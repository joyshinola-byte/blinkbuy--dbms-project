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876" r:id="rId1"/>
  </p:sldMasterIdLst>
  <p:notesMasterIdLst>
    <p:notesMasterId r:id="rId3"/>
  </p:notesMasterIdLst>
  <p:sldIdLst>
    <p:sldId id="256" r:id="rId2"/>
  </p:sldIdLst>
  <p:sldSz cx="25163463" cy="19727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86F71-B55A-409F-96E1-9642BD71F237}" v="22" dt="2026-07-20T17:15:49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4396" y="-4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.Joy shinola" userId="a0e6bcf4194ab5ad" providerId="LiveId" clId="{F6DAD73C-80D4-4DF0-A1E5-69535EDF7DB0}"/>
    <pc:docChg chg="undo redo custSel modSld modMainMaster modNotesMaster">
      <pc:chgData name="M.Joy shinola" userId="a0e6bcf4194ab5ad" providerId="LiveId" clId="{F6DAD73C-80D4-4DF0-A1E5-69535EDF7DB0}" dt="2026-07-20T17:17:58.221" v="456" actId="1076"/>
      <pc:docMkLst>
        <pc:docMk/>
      </pc:docMkLst>
      <pc:sldChg chg="addSp delSp modSp mod modNotes">
        <pc:chgData name="M.Joy shinola" userId="a0e6bcf4194ab5ad" providerId="LiveId" clId="{F6DAD73C-80D4-4DF0-A1E5-69535EDF7DB0}" dt="2026-07-20T17:17:58.221" v="456" actId="1076"/>
        <pc:sldMkLst>
          <pc:docMk/>
          <pc:sldMk cId="1746896277" sldId="256"/>
        </pc:sldMkLst>
        <pc:spChg chg="mod">
          <ac:chgData name="M.Joy shinola" userId="a0e6bcf4194ab5ad" providerId="LiveId" clId="{F6DAD73C-80D4-4DF0-A1E5-69535EDF7DB0}" dt="2026-07-20T16:43:46.970" v="12" actId="14100"/>
          <ac:spMkLst>
            <pc:docMk/>
            <pc:sldMk cId="1746896277" sldId="256"/>
            <ac:spMk id="2" creationId="{BEAC1E93-B177-92E9-EE8E-A3DED3E5879C}"/>
          </ac:spMkLst>
        </pc:spChg>
        <pc:spChg chg="mod">
          <ac:chgData name="M.Joy shinola" userId="a0e6bcf4194ab5ad" providerId="LiveId" clId="{F6DAD73C-80D4-4DF0-A1E5-69535EDF7DB0}" dt="2026-07-20T16:42:42.633" v="0" actId="1076"/>
          <ac:spMkLst>
            <pc:docMk/>
            <pc:sldMk cId="1746896277" sldId="256"/>
            <ac:spMk id="4" creationId="{0631D1C7-7FB3-EE7A-EE38-0457BEC32662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5" creationId="{B7924963-CBFC-72F3-1306-5A83641048C0}"/>
          </ac:spMkLst>
        </pc:spChg>
        <pc:spChg chg="mod">
          <ac:chgData name="M.Joy shinola" userId="a0e6bcf4194ab5ad" providerId="LiveId" clId="{F6DAD73C-80D4-4DF0-A1E5-69535EDF7DB0}" dt="2026-07-20T16:42:42.633" v="0" actId="1076"/>
          <ac:spMkLst>
            <pc:docMk/>
            <pc:sldMk cId="1746896277" sldId="256"/>
            <ac:spMk id="23" creationId="{AAEA958A-51A2-F37C-864A-C6012E04CDD0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34" creationId="{88E2C5AC-4ED6-04B5-9074-41E0A371E7D3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51" creationId="{587D6ACE-048E-CC60-A386-B6E2449373B2}"/>
          </ac:spMkLst>
        </pc:spChg>
        <pc:spChg chg="add mod">
          <ac:chgData name="M.Joy shinola" userId="a0e6bcf4194ab5ad" providerId="LiveId" clId="{F6DAD73C-80D4-4DF0-A1E5-69535EDF7DB0}" dt="2026-07-20T17:00:01.530" v="150" actId="255"/>
          <ac:spMkLst>
            <pc:docMk/>
            <pc:sldMk cId="1746896277" sldId="256"/>
            <ac:spMk id="58" creationId="{2E5AA8A8-9A84-28FA-8AA8-E02C4D3D6070}"/>
          </ac:spMkLst>
        </pc:spChg>
        <pc:spChg chg="add mod">
          <ac:chgData name="M.Joy shinola" userId="a0e6bcf4194ab5ad" providerId="LiveId" clId="{F6DAD73C-80D4-4DF0-A1E5-69535EDF7DB0}" dt="2026-07-20T17:17:47.694" v="453" actId="20577"/>
          <ac:spMkLst>
            <pc:docMk/>
            <pc:sldMk cId="1746896277" sldId="256"/>
            <ac:spMk id="72" creationId="{E78D1CB1-5179-01BB-2E65-583D2F5D2D89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74" creationId="{54767F73-512F-8413-CF43-008AE9E5BAE8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77" creationId="{267E614F-9197-03ED-46A9-8F7A7EC0B50A}"/>
          </ac:spMkLst>
        </pc:spChg>
        <pc:spChg chg="add mod">
          <ac:chgData name="M.Joy shinola" userId="a0e6bcf4194ab5ad" providerId="LiveId" clId="{F6DAD73C-80D4-4DF0-A1E5-69535EDF7DB0}" dt="2026-07-20T17:03:43.189" v="205" actId="255"/>
          <ac:spMkLst>
            <pc:docMk/>
            <pc:sldMk cId="1746896277" sldId="256"/>
            <ac:spMk id="83" creationId="{6C6612EC-4ECA-F9F9-1E12-9CF1A9E3A793}"/>
          </ac:spMkLst>
        </pc:spChg>
        <pc:spChg chg="add mod">
          <ac:chgData name="M.Joy shinola" userId="a0e6bcf4194ab5ad" providerId="LiveId" clId="{F6DAD73C-80D4-4DF0-A1E5-69535EDF7DB0}" dt="2026-07-20T17:13:54.437" v="420" actId="207"/>
          <ac:spMkLst>
            <pc:docMk/>
            <pc:sldMk cId="1746896277" sldId="256"/>
            <ac:spMk id="88" creationId="{25F6AE4E-1084-E7E4-31DD-AF729D6CF4BB}"/>
          </ac:spMkLst>
        </pc:spChg>
        <pc:spChg chg="add del">
          <ac:chgData name="M.Joy shinola" userId="a0e6bcf4194ab5ad" providerId="LiveId" clId="{F6DAD73C-80D4-4DF0-A1E5-69535EDF7DB0}" dt="2026-07-20T17:01:07.601" v="160" actId="478"/>
          <ac:spMkLst>
            <pc:docMk/>
            <pc:sldMk cId="1746896277" sldId="256"/>
            <ac:spMk id="91" creationId="{B7671DCB-ECC2-93F7-02C3-EAA2F9034F97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108" creationId="{07853562-97FC-3348-01F4-3CFEF62C6A6F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110" creationId="{7128C1C3-DAFD-08EC-1537-FF2F0B9CAB41}"/>
          </ac:spMkLst>
        </pc:spChg>
        <pc:spChg chg="add mod">
          <ac:chgData name="M.Joy shinola" userId="a0e6bcf4194ab5ad" providerId="LiveId" clId="{F6DAD73C-80D4-4DF0-A1E5-69535EDF7DB0}" dt="2026-07-20T17:10:25.132" v="323" actId="14100"/>
          <ac:spMkLst>
            <pc:docMk/>
            <pc:sldMk cId="1746896277" sldId="256"/>
            <ac:spMk id="112" creationId="{0CA904D6-513B-B0C2-E7D9-8113CE78B99C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113" creationId="{0DBEDDA0-5BA4-CABD-317F-A8F1D581D73D}"/>
          </ac:spMkLst>
        </pc:spChg>
        <pc:spChg chg="add mod">
          <ac:chgData name="M.Joy shinola" userId="a0e6bcf4194ab5ad" providerId="LiveId" clId="{F6DAD73C-80D4-4DF0-A1E5-69535EDF7DB0}" dt="2026-07-20T17:14:07.233" v="422" actId="207"/>
          <ac:spMkLst>
            <pc:docMk/>
            <pc:sldMk cId="1746896277" sldId="256"/>
            <ac:spMk id="116" creationId="{D713BF46-4FEE-34F2-D834-71469BB693F9}"/>
          </ac:spMkLst>
        </pc:spChg>
        <pc:spChg chg="add mod">
          <ac:chgData name="M.Joy shinola" userId="a0e6bcf4194ab5ad" providerId="LiveId" clId="{F6DAD73C-80D4-4DF0-A1E5-69535EDF7DB0}" dt="2026-07-20T17:13:44.837" v="417" actId="207"/>
          <ac:spMkLst>
            <pc:docMk/>
            <pc:sldMk cId="1746896277" sldId="256"/>
            <ac:spMk id="119" creationId="{1E4AAAAD-58CE-23AB-B33E-8341CCF2B8A0}"/>
          </ac:spMkLst>
        </pc:spChg>
        <pc:spChg chg="add mod">
          <ac:chgData name="M.Joy shinola" userId="a0e6bcf4194ab5ad" providerId="LiveId" clId="{F6DAD73C-80D4-4DF0-A1E5-69535EDF7DB0}" dt="2026-07-20T17:11:57.254" v="354" actId="207"/>
          <ac:spMkLst>
            <pc:docMk/>
            <pc:sldMk cId="1746896277" sldId="256"/>
            <ac:spMk id="122" creationId="{827B618B-9E85-218E-1D6A-DC471E113D3F}"/>
          </ac:spMkLst>
        </pc:spChg>
        <pc:spChg chg="add mod">
          <ac:chgData name="M.Joy shinola" userId="a0e6bcf4194ab5ad" providerId="LiveId" clId="{F6DAD73C-80D4-4DF0-A1E5-69535EDF7DB0}" dt="2026-07-20T17:17:52.270" v="455" actId="20577"/>
          <ac:spMkLst>
            <pc:docMk/>
            <pc:sldMk cId="1746896277" sldId="256"/>
            <ac:spMk id="125" creationId="{8260FDF7-F818-B6BD-27AA-DA3C62E39004}"/>
          </ac:spMkLst>
        </pc:spChg>
        <pc:spChg chg="add mod">
          <ac:chgData name="M.Joy shinola" userId="a0e6bcf4194ab5ad" providerId="LiveId" clId="{F6DAD73C-80D4-4DF0-A1E5-69535EDF7DB0}" dt="2026-07-20T17:07:44.827" v="260" actId="14100"/>
          <ac:spMkLst>
            <pc:docMk/>
            <pc:sldMk cId="1746896277" sldId="256"/>
            <ac:spMk id="135" creationId="{84862E84-CD1E-18CE-2262-E8CF6B10D26F}"/>
          </ac:spMkLst>
        </pc:spChg>
        <pc:spChg chg="add mod">
          <ac:chgData name="M.Joy shinola" userId="a0e6bcf4194ab5ad" providerId="LiveId" clId="{F6DAD73C-80D4-4DF0-A1E5-69535EDF7DB0}" dt="2026-07-20T17:08:18.827" v="269" actId="255"/>
          <ac:spMkLst>
            <pc:docMk/>
            <pc:sldMk cId="1746896277" sldId="256"/>
            <ac:spMk id="138" creationId="{27C5F8B4-16E4-73CD-2848-27A6F331D729}"/>
          </ac:spMkLst>
        </pc:spChg>
        <pc:spChg chg="add mod">
          <ac:chgData name="M.Joy shinola" userId="a0e6bcf4194ab5ad" providerId="LiveId" clId="{F6DAD73C-80D4-4DF0-A1E5-69535EDF7DB0}" dt="2026-07-20T17:14:40.938" v="427" actId="207"/>
          <ac:spMkLst>
            <pc:docMk/>
            <pc:sldMk cId="1746896277" sldId="256"/>
            <ac:spMk id="140" creationId="{CBBDFD0A-1A14-A98D-EBE1-7E940923BBFE}"/>
          </ac:spMkLst>
        </pc:spChg>
        <pc:spChg chg="add mod">
          <ac:chgData name="M.Joy shinola" userId="a0e6bcf4194ab5ad" providerId="LiveId" clId="{F6DAD73C-80D4-4DF0-A1E5-69535EDF7DB0}" dt="2026-07-20T17:14:20.159" v="424" actId="207"/>
          <ac:spMkLst>
            <pc:docMk/>
            <pc:sldMk cId="1746896277" sldId="256"/>
            <ac:spMk id="143" creationId="{991C6185-5664-EA90-46EA-8CC21F09E7BB}"/>
          </ac:spMkLst>
        </pc:spChg>
        <pc:spChg chg="add mod">
          <ac:chgData name="M.Joy shinola" userId="a0e6bcf4194ab5ad" providerId="LiveId" clId="{F6DAD73C-80D4-4DF0-A1E5-69535EDF7DB0}" dt="2026-07-20T17:14:49.357" v="429" actId="207"/>
          <ac:spMkLst>
            <pc:docMk/>
            <pc:sldMk cId="1746896277" sldId="256"/>
            <ac:spMk id="147" creationId="{7DABB5BD-26AA-6427-FBE5-9A683C9564C1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148" creationId="{98B1D3A6-AC3B-9C93-DABC-D6F454CBD18F}"/>
          </ac:spMkLst>
        </pc:spChg>
        <pc:spChg chg="add mod">
          <ac:chgData name="M.Joy shinola" userId="a0e6bcf4194ab5ad" providerId="LiveId" clId="{F6DAD73C-80D4-4DF0-A1E5-69535EDF7DB0}" dt="2026-07-20T17:15:00.002" v="432" actId="207"/>
          <ac:spMkLst>
            <pc:docMk/>
            <pc:sldMk cId="1746896277" sldId="256"/>
            <ac:spMk id="151" creationId="{104A0BF7-8382-95A4-E7A8-D008596E2D32}"/>
          </ac:spMkLst>
        </pc:spChg>
        <pc:spChg chg="add mod">
          <ac:chgData name="M.Joy shinola" userId="a0e6bcf4194ab5ad" providerId="LiveId" clId="{F6DAD73C-80D4-4DF0-A1E5-69535EDF7DB0}" dt="2026-07-20T17:15:40.078" v="437" actId="255"/>
          <ac:spMkLst>
            <pc:docMk/>
            <pc:sldMk cId="1746896277" sldId="256"/>
            <ac:spMk id="164" creationId="{5017AF9D-ECC4-4C11-C679-DDD1AF5614A3}"/>
          </ac:spMkLst>
        </pc:spChg>
        <pc:spChg chg="mod">
          <ac:chgData name="M.Joy shinola" userId="a0e6bcf4194ab5ad" providerId="LiveId" clId="{F6DAD73C-80D4-4DF0-A1E5-69535EDF7DB0}" dt="2026-07-20T16:42:42.633" v="0" actId="1076"/>
          <ac:spMkLst>
            <pc:docMk/>
            <pc:sldMk cId="1746896277" sldId="256"/>
            <ac:spMk id="165" creationId="{39661C10-143F-4548-3DB2-F7F170EAFB3D}"/>
          </ac:spMkLst>
        </pc:spChg>
        <pc:spChg chg="mod">
          <ac:chgData name="M.Joy shinola" userId="a0e6bcf4194ab5ad" providerId="LiveId" clId="{F6DAD73C-80D4-4DF0-A1E5-69535EDF7DB0}" dt="2026-07-20T16:42:42.633" v="0" actId="1076"/>
          <ac:spMkLst>
            <pc:docMk/>
            <pc:sldMk cId="1746896277" sldId="256"/>
            <ac:spMk id="167" creationId="{23C2F228-389F-BADD-3461-9FFB886FAA38}"/>
          </ac:spMkLst>
        </pc:spChg>
        <pc:spChg chg="add mod">
          <ac:chgData name="M.Joy shinola" userId="a0e6bcf4194ab5ad" providerId="LiveId" clId="{F6DAD73C-80D4-4DF0-A1E5-69535EDF7DB0}" dt="2026-07-20T17:16:18.319" v="440" actId="1076"/>
          <ac:spMkLst>
            <pc:docMk/>
            <pc:sldMk cId="1746896277" sldId="256"/>
            <ac:spMk id="171" creationId="{93AA2980-998E-2074-9049-2834FDD3F783}"/>
          </ac:spMkLst>
        </pc:spChg>
        <pc:spChg chg="add mod">
          <ac:chgData name="M.Joy shinola" userId="a0e6bcf4194ab5ad" providerId="LiveId" clId="{F6DAD73C-80D4-4DF0-A1E5-69535EDF7DB0}" dt="2026-07-20T17:16:30.797" v="442" actId="1076"/>
          <ac:spMkLst>
            <pc:docMk/>
            <pc:sldMk cId="1746896277" sldId="256"/>
            <ac:spMk id="175" creationId="{CE7C3CBE-3098-165A-48A5-CE96858F907D}"/>
          </ac:spMkLst>
        </pc:spChg>
        <pc:spChg chg="add mod">
          <ac:chgData name="M.Joy shinola" userId="a0e6bcf4194ab5ad" providerId="LiveId" clId="{F6DAD73C-80D4-4DF0-A1E5-69535EDF7DB0}" dt="2026-07-20T17:17:12.188" v="450" actId="1076"/>
          <ac:spMkLst>
            <pc:docMk/>
            <pc:sldMk cId="1746896277" sldId="256"/>
            <ac:spMk id="179" creationId="{2A1E57E2-1C43-9E60-D1C8-957E6C3C4AC1}"/>
          </ac:spMkLst>
        </pc:spChg>
        <pc:spChg chg="add mod">
          <ac:chgData name="M.Joy shinola" userId="a0e6bcf4194ab5ad" providerId="LiveId" clId="{F6DAD73C-80D4-4DF0-A1E5-69535EDF7DB0}" dt="2026-07-20T17:17:58.221" v="456" actId="1076"/>
          <ac:spMkLst>
            <pc:docMk/>
            <pc:sldMk cId="1746896277" sldId="256"/>
            <ac:spMk id="181" creationId="{FC5131B0-06C6-BF74-6B00-BE40E92A8B8C}"/>
          </ac:spMkLst>
        </pc:spChg>
        <pc:spChg chg="mod">
          <ac:chgData name="M.Joy shinola" userId="a0e6bcf4194ab5ad" providerId="LiveId" clId="{F6DAD73C-80D4-4DF0-A1E5-69535EDF7DB0}" dt="2026-07-20T17:09:08.581" v="288" actId="20577"/>
          <ac:spMkLst>
            <pc:docMk/>
            <pc:sldMk cId="1746896277" sldId="256"/>
            <ac:spMk id="183" creationId="{247782CF-4894-D361-90C2-EE14A7659EF7}"/>
          </ac:spMkLst>
        </pc:spChg>
        <pc:spChg chg="mod">
          <ac:chgData name="M.Joy shinola" userId="a0e6bcf4194ab5ad" providerId="LiveId" clId="{F6DAD73C-80D4-4DF0-A1E5-69535EDF7DB0}" dt="2026-07-20T17:17:23.227" v="451" actId="1076"/>
          <ac:spMkLst>
            <pc:docMk/>
            <pc:sldMk cId="1746896277" sldId="256"/>
            <ac:spMk id="194" creationId="{E589D301-D11D-3342-6623-24840B4770FE}"/>
          </ac:spMkLst>
        </pc:spChg>
        <pc:spChg chg="mod">
          <ac:chgData name="M.Joy shinola" userId="a0e6bcf4194ab5ad" providerId="LiveId" clId="{F6DAD73C-80D4-4DF0-A1E5-69535EDF7DB0}" dt="2026-07-20T17:10:34.370" v="324" actId="1076"/>
          <ac:spMkLst>
            <pc:docMk/>
            <pc:sldMk cId="1746896277" sldId="256"/>
            <ac:spMk id="200" creationId="{B16D8C06-C6A9-D7F9-36C8-1978DFC45203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225" creationId="{41390208-1E76-B292-2A33-FE468270CD3F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226" creationId="{FC745852-15ED-B005-F111-6293BDDC075C}"/>
          </ac:spMkLst>
        </pc:spChg>
        <pc:spChg chg="mod">
          <ac:chgData name="M.Joy shinola" userId="a0e6bcf4194ab5ad" providerId="LiveId" clId="{F6DAD73C-80D4-4DF0-A1E5-69535EDF7DB0}" dt="2026-07-20T16:42:42.633" v="0" actId="1076"/>
          <ac:spMkLst>
            <pc:docMk/>
            <pc:sldMk cId="1746896277" sldId="256"/>
            <ac:spMk id="230" creationId="{CC2449FD-8CF6-727A-5EBD-439DCD7B089A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231" creationId="{6B90D52F-F73E-027A-D287-3E020C929B3F}"/>
          </ac:spMkLst>
        </pc:spChg>
        <pc:spChg chg="mod">
          <ac:chgData name="M.Joy shinola" userId="a0e6bcf4194ab5ad" providerId="LiveId" clId="{F6DAD73C-80D4-4DF0-A1E5-69535EDF7DB0}" dt="2026-07-20T16:42:42.633" v="0" actId="1076"/>
          <ac:spMkLst>
            <pc:docMk/>
            <pc:sldMk cId="1746896277" sldId="256"/>
            <ac:spMk id="235" creationId="{05E5CCD5-AEFE-ACCF-99DA-E41A6609C95E}"/>
          </ac:spMkLst>
        </pc:spChg>
        <pc:spChg chg="mod">
          <ac:chgData name="M.Joy shinola" userId="a0e6bcf4194ab5ad" providerId="LiveId" clId="{F6DAD73C-80D4-4DF0-A1E5-69535EDF7DB0}" dt="2026-07-20T16:47:19.958" v="16" actId="1076"/>
          <ac:spMkLst>
            <pc:docMk/>
            <pc:sldMk cId="1746896277" sldId="256"/>
            <ac:spMk id="237" creationId="{C5A26063-D5E4-0795-830C-12FD1D1DBD69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242" creationId="{F95168E2-3E02-4CE3-01F2-24329194F22C}"/>
          </ac:spMkLst>
        </pc:spChg>
        <pc:spChg chg="mod">
          <ac:chgData name="M.Joy shinola" userId="a0e6bcf4194ab5ad" providerId="LiveId" clId="{F6DAD73C-80D4-4DF0-A1E5-69535EDF7DB0}" dt="2026-07-20T16:56:16.821" v="103" actId="20577"/>
          <ac:spMkLst>
            <pc:docMk/>
            <pc:sldMk cId="1746896277" sldId="256"/>
            <ac:spMk id="244" creationId="{2BF7EFAC-4AB8-5104-E9A1-9DDEA983CF4B}"/>
          </ac:spMkLst>
        </pc:spChg>
        <pc:spChg chg="del mod">
          <ac:chgData name="M.Joy shinola" userId="a0e6bcf4194ab5ad" providerId="LiveId" clId="{F6DAD73C-80D4-4DF0-A1E5-69535EDF7DB0}" dt="2026-07-20T16:58:29.214" v="132"/>
          <ac:spMkLst>
            <pc:docMk/>
            <pc:sldMk cId="1746896277" sldId="256"/>
            <ac:spMk id="245" creationId="{3EA366CA-ADDC-1ECF-E932-ABE0F39F56D7}"/>
          </ac:spMkLst>
        </pc:spChg>
        <pc:spChg chg="mod">
          <ac:chgData name="M.Joy shinola" userId="a0e6bcf4194ab5ad" providerId="LiveId" clId="{F6DAD73C-80D4-4DF0-A1E5-69535EDF7DB0}" dt="2026-07-20T16:55:52.709" v="91" actId="20577"/>
          <ac:spMkLst>
            <pc:docMk/>
            <pc:sldMk cId="1746896277" sldId="256"/>
            <ac:spMk id="250" creationId="{7995C3B7-FB24-44C5-677F-B4DF62A3D7D8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254" creationId="{0FE886F3-97B3-FD95-FA7B-4354049158FA}"/>
          </ac:spMkLst>
        </pc:spChg>
        <pc:spChg chg="mod">
          <ac:chgData name="M.Joy shinola" userId="a0e6bcf4194ab5ad" providerId="LiveId" clId="{F6DAD73C-80D4-4DF0-A1E5-69535EDF7DB0}" dt="2026-07-20T16:47:56.409" v="17" actId="1076"/>
          <ac:spMkLst>
            <pc:docMk/>
            <pc:sldMk cId="1746896277" sldId="256"/>
            <ac:spMk id="255" creationId="{F81C6747-A49F-2985-6C87-112935294683}"/>
          </ac:spMkLst>
        </pc:spChg>
        <pc:spChg chg="mod">
          <ac:chgData name="M.Joy shinola" userId="a0e6bcf4194ab5ad" providerId="LiveId" clId="{F6DAD73C-80D4-4DF0-A1E5-69535EDF7DB0}" dt="2026-07-20T16:43:05.132" v="4" actId="1076"/>
          <ac:spMkLst>
            <pc:docMk/>
            <pc:sldMk cId="1746896277" sldId="256"/>
            <ac:spMk id="259" creationId="{C18ADD8A-D52D-0BA9-92EB-FFEF9111C7BA}"/>
          </ac:spMkLst>
        </pc:spChg>
        <pc:spChg chg="mod">
          <ac:chgData name="M.Joy shinola" userId="a0e6bcf4194ab5ad" providerId="LiveId" clId="{F6DAD73C-80D4-4DF0-A1E5-69535EDF7DB0}" dt="2026-07-20T16:42:44.910" v="1" actId="1076"/>
          <ac:spMkLst>
            <pc:docMk/>
            <pc:sldMk cId="1746896277" sldId="256"/>
            <ac:spMk id="263" creationId="{CE243A0F-C772-1EAB-D432-8CD36E38A4B2}"/>
          </ac:spMkLst>
        </pc:spChg>
        <pc:spChg chg="mod">
          <ac:chgData name="M.Joy shinola" userId="a0e6bcf4194ab5ad" providerId="LiveId" clId="{F6DAD73C-80D4-4DF0-A1E5-69535EDF7DB0}" dt="2026-07-20T16:48:40.524" v="19" actId="1076"/>
          <ac:spMkLst>
            <pc:docMk/>
            <pc:sldMk cId="1746896277" sldId="256"/>
            <ac:spMk id="266" creationId="{AAFD53F2-2F53-F492-6313-0E4FEBFA371D}"/>
          </ac:spMkLst>
        </pc:spChg>
        <pc:spChg chg="mod">
          <ac:chgData name="M.Joy shinola" userId="a0e6bcf4194ab5ad" providerId="LiveId" clId="{F6DAD73C-80D4-4DF0-A1E5-69535EDF7DB0}" dt="2026-07-20T16:48:31.090" v="18" actId="1076"/>
          <ac:spMkLst>
            <pc:docMk/>
            <pc:sldMk cId="1746896277" sldId="256"/>
            <ac:spMk id="268" creationId="{B726CACD-4D3A-A712-7F27-29CDDDCBC060}"/>
          </ac:spMkLst>
        </pc:spChg>
        <pc:spChg chg="mod">
          <ac:chgData name="M.Joy shinola" userId="a0e6bcf4194ab5ad" providerId="LiveId" clId="{F6DAD73C-80D4-4DF0-A1E5-69535EDF7DB0}" dt="2026-07-20T16:48:48.675" v="20" actId="1076"/>
          <ac:spMkLst>
            <pc:docMk/>
            <pc:sldMk cId="1746896277" sldId="256"/>
            <ac:spMk id="270" creationId="{BA5A7471-80FD-F8C6-6912-DF5DF1318466}"/>
          </ac:spMkLst>
        </pc:spChg>
        <pc:spChg chg="mod">
          <ac:chgData name="M.Joy shinola" userId="a0e6bcf4194ab5ad" providerId="LiveId" clId="{F6DAD73C-80D4-4DF0-A1E5-69535EDF7DB0}" dt="2026-07-20T16:56:49.827" v="104" actId="1076"/>
          <ac:spMkLst>
            <pc:docMk/>
            <pc:sldMk cId="1746896277" sldId="256"/>
            <ac:spMk id="272" creationId="{2FC9D28E-785E-BDC1-BB5C-C56F6E4BAC3A}"/>
          </ac:spMkLst>
        </pc:spChg>
        <pc:spChg chg="mod">
          <ac:chgData name="M.Joy shinola" userId="a0e6bcf4194ab5ad" providerId="LiveId" clId="{F6DAD73C-80D4-4DF0-A1E5-69535EDF7DB0}" dt="2026-07-20T16:50:32" v="23" actId="1076"/>
          <ac:spMkLst>
            <pc:docMk/>
            <pc:sldMk cId="1746896277" sldId="256"/>
            <ac:spMk id="274" creationId="{624CB02E-ECC1-94E5-3ACB-108B8AEB7055}"/>
          </ac:spMkLst>
        </pc:spChg>
        <pc:spChg chg="mod">
          <ac:chgData name="M.Joy shinola" userId="a0e6bcf4194ab5ad" providerId="LiveId" clId="{F6DAD73C-80D4-4DF0-A1E5-69535EDF7DB0}" dt="2026-07-20T16:50:51.461" v="26" actId="1076"/>
          <ac:spMkLst>
            <pc:docMk/>
            <pc:sldMk cId="1746896277" sldId="256"/>
            <ac:spMk id="276" creationId="{3CF9C4C9-21D8-2B86-65BF-89EEF0802161}"/>
          </ac:spMkLst>
        </pc:spChg>
        <pc:spChg chg="mod">
          <ac:chgData name="M.Joy shinola" userId="a0e6bcf4194ab5ad" providerId="LiveId" clId="{F6DAD73C-80D4-4DF0-A1E5-69535EDF7DB0}" dt="2026-07-20T16:58:48.763" v="136" actId="1076"/>
          <ac:spMkLst>
            <pc:docMk/>
            <pc:sldMk cId="1746896277" sldId="256"/>
            <ac:spMk id="278" creationId="{0A1EF030-344F-5F36-C22D-7188A6D22842}"/>
          </ac:spMkLst>
        </pc:spChg>
        <pc:cxnChg chg="add mod">
          <ac:chgData name="M.Joy shinola" userId="a0e6bcf4194ab5ad" providerId="LiveId" clId="{F6DAD73C-80D4-4DF0-A1E5-69535EDF7DB0}" dt="2026-07-20T16:51:14.906" v="28" actId="1076"/>
          <ac:cxnSpMkLst>
            <pc:docMk/>
            <pc:sldMk cId="1746896277" sldId="256"/>
            <ac:cxnSpMk id="56" creationId="{C7D114F3-1E56-60EC-8156-1DA5BA42BF6A}"/>
          </ac:cxnSpMkLst>
        </pc:cxnChg>
        <pc:cxnChg chg="add mod">
          <ac:chgData name="M.Joy shinola" userId="a0e6bcf4194ab5ad" providerId="LiveId" clId="{F6DAD73C-80D4-4DF0-A1E5-69535EDF7DB0}" dt="2026-07-20T17:00:20.122" v="152" actId="14100"/>
          <ac:cxnSpMkLst>
            <pc:docMk/>
            <pc:sldMk cId="1746896277" sldId="256"/>
            <ac:cxnSpMk id="60" creationId="{07E880A9-F221-E36C-3C05-A0F9A1E7EFBD}"/>
          </ac:cxnSpMkLst>
        </pc:cxnChg>
        <pc:cxnChg chg="add mod">
          <ac:chgData name="M.Joy shinola" userId="a0e6bcf4194ab5ad" providerId="LiveId" clId="{F6DAD73C-80D4-4DF0-A1E5-69535EDF7DB0}" dt="2026-07-20T16:52:20.485" v="41" actId="1076"/>
          <ac:cxnSpMkLst>
            <pc:docMk/>
            <pc:sldMk cId="1746896277" sldId="256"/>
            <ac:cxnSpMk id="61" creationId="{E832D66D-D623-8CE1-B211-9C8786E56E24}"/>
          </ac:cxnSpMkLst>
        </pc:cxnChg>
        <pc:cxnChg chg="add mod">
          <ac:chgData name="M.Joy shinola" userId="a0e6bcf4194ab5ad" providerId="LiveId" clId="{F6DAD73C-80D4-4DF0-A1E5-69535EDF7DB0}" dt="2026-07-20T16:52:25.403" v="42" actId="14100"/>
          <ac:cxnSpMkLst>
            <pc:docMk/>
            <pc:sldMk cId="1746896277" sldId="256"/>
            <ac:cxnSpMk id="62" creationId="{B274E6DD-7419-C7C9-458D-96EF7D7B6DE4}"/>
          </ac:cxnSpMkLst>
        </pc:cxnChg>
        <pc:cxnChg chg="add mod">
          <ac:chgData name="M.Joy shinola" userId="a0e6bcf4194ab5ad" providerId="LiveId" clId="{F6DAD73C-80D4-4DF0-A1E5-69535EDF7DB0}" dt="2026-07-20T16:53:08.098" v="49" actId="14100"/>
          <ac:cxnSpMkLst>
            <pc:docMk/>
            <pc:sldMk cId="1746896277" sldId="256"/>
            <ac:cxnSpMk id="73" creationId="{61619BE7-61BC-18C0-4DCB-D4AFDE400C79}"/>
          </ac:cxnSpMkLst>
        </pc:cxnChg>
        <pc:cxnChg chg="add mod">
          <ac:chgData name="M.Joy shinola" userId="a0e6bcf4194ab5ad" providerId="LiveId" clId="{F6DAD73C-80D4-4DF0-A1E5-69535EDF7DB0}" dt="2026-07-20T16:58:08.793" v="124" actId="14100"/>
          <ac:cxnSpMkLst>
            <pc:docMk/>
            <pc:sldMk cId="1746896277" sldId="256"/>
            <ac:cxnSpMk id="79" creationId="{A56DAD12-57A3-02FB-3B25-879A6615DD81}"/>
          </ac:cxnSpMkLst>
        </pc:cxnChg>
        <pc:cxnChg chg="add mod">
          <ac:chgData name="M.Joy shinola" userId="a0e6bcf4194ab5ad" providerId="LiveId" clId="{F6DAD73C-80D4-4DF0-A1E5-69535EDF7DB0}" dt="2026-07-20T17:03:18.894" v="195" actId="14100"/>
          <ac:cxnSpMkLst>
            <pc:docMk/>
            <pc:sldMk cId="1746896277" sldId="256"/>
            <ac:cxnSpMk id="99" creationId="{2C294DB8-0A92-8E9D-2EF4-3AABC92E1E7A}"/>
          </ac:cxnSpMkLst>
        </pc:cxnChg>
        <pc:cxnChg chg="add mod">
          <ac:chgData name="M.Joy shinola" userId="a0e6bcf4194ab5ad" providerId="LiveId" clId="{F6DAD73C-80D4-4DF0-A1E5-69535EDF7DB0}" dt="2026-07-20T17:12:03.258" v="355" actId="14100"/>
          <ac:cxnSpMkLst>
            <pc:docMk/>
            <pc:sldMk cId="1746896277" sldId="256"/>
            <ac:cxnSpMk id="100" creationId="{3A17381D-5148-910B-806F-AE8CA54A2A4E}"/>
          </ac:cxnSpMkLst>
        </pc:cxnChg>
        <pc:cxnChg chg="add mod">
          <ac:chgData name="M.Joy shinola" userId="a0e6bcf4194ab5ad" providerId="LiveId" clId="{F6DAD73C-80D4-4DF0-A1E5-69535EDF7DB0}" dt="2026-07-20T17:01:41.864" v="169" actId="1076"/>
          <ac:cxnSpMkLst>
            <pc:docMk/>
            <pc:sldMk cId="1746896277" sldId="256"/>
            <ac:cxnSpMk id="101" creationId="{A871DA9A-ED95-7606-36F4-D061DD9EA10A}"/>
          </ac:cxnSpMkLst>
        </pc:cxnChg>
        <pc:cxnChg chg="add mod">
          <ac:chgData name="M.Joy shinola" userId="a0e6bcf4194ab5ad" providerId="LiveId" clId="{F6DAD73C-80D4-4DF0-A1E5-69535EDF7DB0}" dt="2026-07-20T17:02:12.555" v="176" actId="1076"/>
          <ac:cxnSpMkLst>
            <pc:docMk/>
            <pc:sldMk cId="1746896277" sldId="256"/>
            <ac:cxnSpMk id="102" creationId="{9E2C2CA9-777F-800D-E16A-9BE7A2318B1C}"/>
          </ac:cxnSpMkLst>
        </pc:cxnChg>
        <pc:cxnChg chg="add mod">
          <ac:chgData name="M.Joy shinola" userId="a0e6bcf4194ab5ad" providerId="LiveId" clId="{F6DAD73C-80D4-4DF0-A1E5-69535EDF7DB0}" dt="2026-07-20T17:02:35.425" v="181" actId="1076"/>
          <ac:cxnSpMkLst>
            <pc:docMk/>
            <pc:sldMk cId="1746896277" sldId="256"/>
            <ac:cxnSpMk id="107" creationId="{A5DAAFC7-F778-4417-204A-173E331F0576}"/>
          </ac:cxnSpMkLst>
        </pc:cxnChg>
        <pc:cxnChg chg="add mod">
          <ac:chgData name="M.Joy shinola" userId="a0e6bcf4194ab5ad" providerId="LiveId" clId="{F6DAD73C-80D4-4DF0-A1E5-69535EDF7DB0}" dt="2026-07-20T17:07:52.568" v="261" actId="1076"/>
          <ac:cxnSpMkLst>
            <pc:docMk/>
            <pc:sldMk cId="1746896277" sldId="256"/>
            <ac:cxnSpMk id="131" creationId="{99A51FE8-31DB-8471-DF1F-1B55E6B15C90}"/>
          </ac:cxnSpMkLst>
        </pc:cxnChg>
        <pc:cxnChg chg="add mod">
          <ac:chgData name="M.Joy shinola" userId="a0e6bcf4194ab5ad" providerId="LiveId" clId="{F6DAD73C-80D4-4DF0-A1E5-69535EDF7DB0}" dt="2026-07-20T17:04:52.516" v="215" actId="14100"/>
          <ac:cxnSpMkLst>
            <pc:docMk/>
            <pc:sldMk cId="1746896277" sldId="256"/>
            <ac:cxnSpMk id="133" creationId="{0DCE7C37-C8BE-050E-F867-267095CA5140}"/>
          </ac:cxnSpMkLst>
        </pc:cxnChg>
        <pc:cxnChg chg="add mod">
          <ac:chgData name="M.Joy shinola" userId="a0e6bcf4194ab5ad" providerId="LiveId" clId="{F6DAD73C-80D4-4DF0-A1E5-69535EDF7DB0}" dt="2026-07-20T17:06:06.117" v="236" actId="14100"/>
          <ac:cxnSpMkLst>
            <pc:docMk/>
            <pc:sldMk cId="1746896277" sldId="256"/>
            <ac:cxnSpMk id="153" creationId="{5EB36D14-3012-48D9-6D8C-6E78EB2D9F64}"/>
          </ac:cxnSpMkLst>
        </pc:cxnChg>
        <pc:cxnChg chg="add mod">
          <ac:chgData name="M.Joy shinola" userId="a0e6bcf4194ab5ad" providerId="LiveId" clId="{F6DAD73C-80D4-4DF0-A1E5-69535EDF7DB0}" dt="2026-07-20T17:05:58.715" v="234" actId="14100"/>
          <ac:cxnSpMkLst>
            <pc:docMk/>
            <pc:sldMk cId="1746896277" sldId="256"/>
            <ac:cxnSpMk id="154" creationId="{5DC81240-3CFC-1902-4697-5E50EDA64E93}"/>
          </ac:cxnSpMkLst>
        </pc:cxnChg>
        <pc:cxnChg chg="add mod">
          <ac:chgData name="M.Joy shinola" userId="a0e6bcf4194ab5ad" providerId="LiveId" clId="{F6DAD73C-80D4-4DF0-A1E5-69535EDF7DB0}" dt="2026-07-20T17:06:24.746" v="241" actId="14100"/>
          <ac:cxnSpMkLst>
            <pc:docMk/>
            <pc:sldMk cId="1746896277" sldId="256"/>
            <ac:cxnSpMk id="155" creationId="{9211A4B6-DCE6-5377-C048-C5A0B27A194C}"/>
          </ac:cxnSpMkLst>
        </pc:cxnChg>
        <pc:cxnChg chg="add mod">
          <ac:chgData name="M.Joy shinola" userId="a0e6bcf4194ab5ad" providerId="LiveId" clId="{F6DAD73C-80D4-4DF0-A1E5-69535EDF7DB0}" dt="2026-07-20T17:06:27.670" v="242" actId="1076"/>
          <ac:cxnSpMkLst>
            <pc:docMk/>
            <pc:sldMk cId="1746896277" sldId="256"/>
            <ac:cxnSpMk id="156" creationId="{DC554830-DB2D-00EA-1B1A-AC62688837DD}"/>
          </ac:cxnSpMkLst>
        </pc:cxnChg>
        <pc:cxnChg chg="add mod">
          <ac:chgData name="M.Joy shinola" userId="a0e6bcf4194ab5ad" providerId="LiveId" clId="{F6DAD73C-80D4-4DF0-A1E5-69535EDF7DB0}" dt="2026-07-20T17:15:49.366" v="438"/>
          <ac:cxnSpMkLst>
            <pc:docMk/>
            <pc:sldMk cId="1746896277" sldId="256"/>
            <ac:cxnSpMk id="166" creationId="{4328224D-4EFB-D74B-6DD0-9CC4780BC9A4}"/>
          </ac:cxnSpMkLst>
        </pc:cxnChg>
        <pc:cxnChg chg="mod">
          <ac:chgData name="M.Joy shinola" userId="a0e6bcf4194ab5ad" providerId="LiveId" clId="{F6DAD73C-80D4-4DF0-A1E5-69535EDF7DB0}" dt="2026-07-20T17:17:07.968" v="449" actId="1076"/>
          <ac:cxnSpMkLst>
            <pc:docMk/>
            <pc:sldMk cId="1746896277" sldId="256"/>
            <ac:cxnSpMk id="173" creationId="{2E644669-8A95-5C5A-6C7C-2E72AAD35612}"/>
          </ac:cxnSpMkLst>
        </pc:cxnChg>
        <pc:cxnChg chg="mod">
          <ac:chgData name="M.Joy shinola" userId="a0e6bcf4194ab5ad" providerId="LiveId" clId="{F6DAD73C-80D4-4DF0-A1E5-69535EDF7DB0}" dt="2026-07-20T16:59:25.638" v="138" actId="14100"/>
          <ac:cxnSpMkLst>
            <pc:docMk/>
            <pc:sldMk cId="1746896277" sldId="256"/>
            <ac:cxnSpMk id="178" creationId="{396E95C2-8AC5-680C-D888-8D15C7BB9E72}"/>
          </ac:cxnSpMkLst>
        </pc:cxnChg>
      </pc:sldChg>
      <pc:sldMasterChg chg="modSp modSldLayout">
        <pc:chgData name="M.Joy shinola" userId="a0e6bcf4194ab5ad" providerId="LiveId" clId="{F6DAD73C-80D4-4DF0-A1E5-69535EDF7DB0}" dt="2026-07-20T16:42:49.206" v="3"/>
        <pc:sldMasterMkLst>
          <pc:docMk/>
          <pc:sldMasterMk cId="3505686663" sldId="2147483864"/>
        </pc:sldMasterMkLst>
        <pc:spChg chg="mod">
          <ac:chgData name="M.Joy shinola" userId="a0e6bcf4194ab5ad" providerId="LiveId" clId="{F6DAD73C-80D4-4DF0-A1E5-69535EDF7DB0}" dt="2026-07-20T16:42:49.206" v="3"/>
          <ac:spMkLst>
            <pc:docMk/>
            <pc:sldMasterMk cId="3505686663" sldId="2147483864"/>
            <ac:spMk id="2" creationId="{00000000-0000-0000-0000-000000000000}"/>
          </ac:spMkLst>
        </pc:spChg>
        <pc:spChg chg="mod">
          <ac:chgData name="M.Joy shinola" userId="a0e6bcf4194ab5ad" providerId="LiveId" clId="{F6DAD73C-80D4-4DF0-A1E5-69535EDF7DB0}" dt="2026-07-20T16:42:49.206" v="3"/>
          <ac:spMkLst>
            <pc:docMk/>
            <pc:sldMasterMk cId="3505686663" sldId="2147483864"/>
            <ac:spMk id="3" creationId="{00000000-0000-0000-0000-000000000000}"/>
          </ac:spMkLst>
        </pc:spChg>
        <pc:spChg chg="mod">
          <ac:chgData name="M.Joy shinola" userId="a0e6bcf4194ab5ad" providerId="LiveId" clId="{F6DAD73C-80D4-4DF0-A1E5-69535EDF7DB0}" dt="2026-07-20T16:42:49.206" v="3"/>
          <ac:spMkLst>
            <pc:docMk/>
            <pc:sldMasterMk cId="3505686663" sldId="2147483864"/>
            <ac:spMk id="4" creationId="{00000000-0000-0000-0000-000000000000}"/>
          </ac:spMkLst>
        </pc:spChg>
        <pc:spChg chg="mod">
          <ac:chgData name="M.Joy shinola" userId="a0e6bcf4194ab5ad" providerId="LiveId" clId="{F6DAD73C-80D4-4DF0-A1E5-69535EDF7DB0}" dt="2026-07-20T16:42:49.206" v="3"/>
          <ac:spMkLst>
            <pc:docMk/>
            <pc:sldMasterMk cId="3505686663" sldId="2147483864"/>
            <ac:spMk id="5" creationId="{00000000-0000-0000-0000-000000000000}"/>
          </ac:spMkLst>
        </pc:spChg>
        <pc:spChg chg="mod">
          <ac:chgData name="M.Joy shinola" userId="a0e6bcf4194ab5ad" providerId="LiveId" clId="{F6DAD73C-80D4-4DF0-A1E5-69535EDF7DB0}" dt="2026-07-20T16:42:49.206" v="3"/>
          <ac:spMkLst>
            <pc:docMk/>
            <pc:sldMasterMk cId="3505686663" sldId="2147483864"/>
            <ac:spMk id="6" creationId="{00000000-0000-0000-0000-000000000000}"/>
          </ac:spMkLst>
        </pc:spChg>
        <pc:sldLayoutChg chg="modSp">
          <pc:chgData name="M.Joy shinola" userId="a0e6bcf4194ab5ad" providerId="LiveId" clId="{F6DAD73C-80D4-4DF0-A1E5-69535EDF7DB0}" dt="2026-07-20T16:42:49.206" v="3"/>
          <pc:sldLayoutMkLst>
            <pc:docMk/>
            <pc:sldMasterMk cId="3505686663" sldId="2147483864"/>
            <pc:sldLayoutMk cId="711472569" sldId="2147483865"/>
          </pc:sldLayoutMkLst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711472569" sldId="2147483865"/>
              <ac:spMk id="2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711472569" sldId="2147483865"/>
              <ac:spMk id="3" creationId="{00000000-0000-0000-0000-000000000000}"/>
            </ac:spMkLst>
          </pc:spChg>
        </pc:sldLayoutChg>
        <pc:sldLayoutChg chg="modSp">
          <pc:chgData name="M.Joy shinola" userId="a0e6bcf4194ab5ad" providerId="LiveId" clId="{F6DAD73C-80D4-4DF0-A1E5-69535EDF7DB0}" dt="2026-07-20T16:42:49.206" v="3"/>
          <pc:sldLayoutMkLst>
            <pc:docMk/>
            <pc:sldMasterMk cId="3505686663" sldId="2147483864"/>
            <pc:sldLayoutMk cId="2367787655" sldId="2147483867"/>
          </pc:sldLayoutMkLst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2367787655" sldId="2147483867"/>
              <ac:spMk id="2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2367787655" sldId="2147483867"/>
              <ac:spMk id="3" creationId="{00000000-0000-0000-0000-000000000000}"/>
            </ac:spMkLst>
          </pc:spChg>
        </pc:sldLayoutChg>
        <pc:sldLayoutChg chg="modSp">
          <pc:chgData name="M.Joy shinola" userId="a0e6bcf4194ab5ad" providerId="LiveId" clId="{F6DAD73C-80D4-4DF0-A1E5-69535EDF7DB0}" dt="2026-07-20T16:42:49.206" v="3"/>
          <pc:sldLayoutMkLst>
            <pc:docMk/>
            <pc:sldMasterMk cId="3505686663" sldId="2147483864"/>
            <pc:sldLayoutMk cId="4032434739" sldId="2147483868"/>
          </pc:sldLayoutMkLst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4032434739" sldId="2147483868"/>
              <ac:spMk id="3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4032434739" sldId="2147483868"/>
              <ac:spMk id="4" creationId="{00000000-0000-0000-0000-000000000000}"/>
            </ac:spMkLst>
          </pc:spChg>
        </pc:sldLayoutChg>
        <pc:sldLayoutChg chg="modSp">
          <pc:chgData name="M.Joy shinola" userId="a0e6bcf4194ab5ad" providerId="LiveId" clId="{F6DAD73C-80D4-4DF0-A1E5-69535EDF7DB0}" dt="2026-07-20T16:42:49.206" v="3"/>
          <pc:sldLayoutMkLst>
            <pc:docMk/>
            <pc:sldMasterMk cId="3505686663" sldId="2147483864"/>
            <pc:sldLayoutMk cId="215519905" sldId="2147483869"/>
          </pc:sldLayoutMkLst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215519905" sldId="2147483869"/>
              <ac:spMk id="2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215519905" sldId="2147483869"/>
              <ac:spMk id="3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215519905" sldId="2147483869"/>
              <ac:spMk id="4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215519905" sldId="2147483869"/>
              <ac:spMk id="5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215519905" sldId="2147483869"/>
              <ac:spMk id="6" creationId="{00000000-0000-0000-0000-000000000000}"/>
            </ac:spMkLst>
          </pc:spChg>
        </pc:sldLayoutChg>
        <pc:sldLayoutChg chg="modSp">
          <pc:chgData name="M.Joy shinola" userId="a0e6bcf4194ab5ad" providerId="LiveId" clId="{F6DAD73C-80D4-4DF0-A1E5-69535EDF7DB0}" dt="2026-07-20T16:42:49.206" v="3"/>
          <pc:sldLayoutMkLst>
            <pc:docMk/>
            <pc:sldMasterMk cId="3505686663" sldId="2147483864"/>
            <pc:sldLayoutMk cId="3835934641" sldId="2147483872"/>
          </pc:sldLayoutMkLst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3835934641" sldId="2147483872"/>
              <ac:spMk id="2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3835934641" sldId="2147483872"/>
              <ac:spMk id="3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3835934641" sldId="2147483872"/>
              <ac:spMk id="4" creationId="{00000000-0000-0000-0000-000000000000}"/>
            </ac:spMkLst>
          </pc:spChg>
        </pc:sldLayoutChg>
        <pc:sldLayoutChg chg="modSp">
          <pc:chgData name="M.Joy shinola" userId="a0e6bcf4194ab5ad" providerId="LiveId" clId="{F6DAD73C-80D4-4DF0-A1E5-69535EDF7DB0}" dt="2026-07-20T16:42:49.206" v="3"/>
          <pc:sldLayoutMkLst>
            <pc:docMk/>
            <pc:sldMasterMk cId="3505686663" sldId="2147483864"/>
            <pc:sldLayoutMk cId="3127150914" sldId="2147483873"/>
          </pc:sldLayoutMkLst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3127150914" sldId="2147483873"/>
              <ac:spMk id="2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3127150914" sldId="2147483873"/>
              <ac:spMk id="3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3127150914" sldId="2147483873"/>
              <ac:spMk id="4" creationId="{00000000-0000-0000-0000-000000000000}"/>
            </ac:spMkLst>
          </pc:spChg>
        </pc:sldLayoutChg>
        <pc:sldLayoutChg chg="modSp">
          <pc:chgData name="M.Joy shinola" userId="a0e6bcf4194ab5ad" providerId="LiveId" clId="{F6DAD73C-80D4-4DF0-A1E5-69535EDF7DB0}" dt="2026-07-20T16:42:49.206" v="3"/>
          <pc:sldLayoutMkLst>
            <pc:docMk/>
            <pc:sldMasterMk cId="3505686663" sldId="2147483864"/>
            <pc:sldLayoutMk cId="1931279557" sldId="2147483875"/>
          </pc:sldLayoutMkLst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1931279557" sldId="2147483875"/>
              <ac:spMk id="2" creationId="{00000000-0000-0000-0000-000000000000}"/>
            </ac:spMkLst>
          </pc:spChg>
          <pc:spChg chg="mod">
            <ac:chgData name="M.Joy shinola" userId="a0e6bcf4194ab5ad" providerId="LiveId" clId="{F6DAD73C-80D4-4DF0-A1E5-69535EDF7DB0}" dt="2026-07-20T16:42:49.206" v="3"/>
            <ac:spMkLst>
              <pc:docMk/>
              <pc:sldMasterMk cId="3505686663" sldId="2147483864"/>
              <pc:sldLayoutMk cId="1931279557" sldId="2147483875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8BE5F-9FEC-4DBD-8E08-83356B6D9BE1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60500" y="1143000"/>
            <a:ext cx="3937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2"/>
            <a:ext cx="5486400" cy="360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A504F-E821-4346-9BC9-119217EA9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24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1pPr>
    <a:lvl2pPr marL="646578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2pPr>
    <a:lvl3pPr marL="1293153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3pPr>
    <a:lvl4pPr marL="1939727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4pPr>
    <a:lvl5pPr marL="2586304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5pPr>
    <a:lvl6pPr marL="3232880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6pPr>
    <a:lvl7pPr marL="3879456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7pPr>
    <a:lvl8pPr marL="4526033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8pPr>
    <a:lvl9pPr marL="5172606" algn="l" defTabSz="1293153" rtl="0" eaLnBrk="1" latinLnBrk="0" hangingPunct="1">
      <a:defRPr sz="169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0500" y="1143000"/>
            <a:ext cx="3937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A504F-E821-4346-9BC9-119217EA99C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295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7260" y="3228612"/>
            <a:ext cx="21388944" cy="6868219"/>
          </a:xfrm>
        </p:spPr>
        <p:txBody>
          <a:bodyPr anchor="b"/>
          <a:lstStyle>
            <a:lvl1pPr algn="ctr">
              <a:defRPr sz="165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5433" y="10361696"/>
            <a:ext cx="18872597" cy="4762999"/>
          </a:xfrm>
        </p:spPr>
        <p:txBody>
          <a:bodyPr/>
          <a:lstStyle>
            <a:lvl1pPr marL="0" indent="0" algn="ctr">
              <a:buNone/>
              <a:defRPr sz="6605"/>
            </a:lvl1pPr>
            <a:lvl2pPr marL="1258169" indent="0" algn="ctr">
              <a:buNone/>
              <a:defRPr sz="5504"/>
            </a:lvl2pPr>
            <a:lvl3pPr marL="2516337" indent="0" algn="ctr">
              <a:buNone/>
              <a:defRPr sz="4953"/>
            </a:lvl3pPr>
            <a:lvl4pPr marL="3774506" indent="0" algn="ctr">
              <a:buNone/>
              <a:defRPr sz="4403"/>
            </a:lvl4pPr>
            <a:lvl5pPr marL="5032675" indent="0" algn="ctr">
              <a:buNone/>
              <a:defRPr sz="4403"/>
            </a:lvl5pPr>
            <a:lvl6pPr marL="6290843" indent="0" algn="ctr">
              <a:buNone/>
              <a:defRPr sz="4403"/>
            </a:lvl6pPr>
            <a:lvl7pPr marL="7549012" indent="0" algn="ctr">
              <a:buNone/>
              <a:defRPr sz="4403"/>
            </a:lvl7pPr>
            <a:lvl8pPr marL="8807181" indent="0" algn="ctr">
              <a:buNone/>
              <a:defRPr sz="4403"/>
            </a:lvl8pPr>
            <a:lvl9pPr marL="10065349" indent="0" algn="ctr">
              <a:buNone/>
              <a:defRPr sz="440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327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32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6883" y="4918271"/>
            <a:ext cx="21703487" cy="8206242"/>
          </a:xfrm>
        </p:spPr>
        <p:txBody>
          <a:bodyPr anchor="b"/>
          <a:lstStyle>
            <a:lvl1pPr>
              <a:defRPr sz="165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6883" y="13202147"/>
            <a:ext cx="21703487" cy="4315469"/>
          </a:xfrm>
        </p:spPr>
        <p:txBody>
          <a:bodyPr/>
          <a:lstStyle>
            <a:lvl1pPr marL="0" indent="0">
              <a:buNone/>
              <a:defRPr sz="6605">
                <a:solidFill>
                  <a:schemeClr val="tx1">
                    <a:tint val="82000"/>
                  </a:schemeClr>
                </a:solidFill>
              </a:defRPr>
            </a:lvl1pPr>
            <a:lvl2pPr marL="1258169" indent="0">
              <a:buNone/>
              <a:defRPr sz="5504">
                <a:solidFill>
                  <a:schemeClr val="tx1">
                    <a:tint val="82000"/>
                  </a:schemeClr>
                </a:solidFill>
              </a:defRPr>
            </a:lvl2pPr>
            <a:lvl3pPr marL="2516337" indent="0">
              <a:buNone/>
              <a:defRPr sz="4953">
                <a:solidFill>
                  <a:schemeClr val="tx1">
                    <a:tint val="82000"/>
                  </a:schemeClr>
                </a:solidFill>
              </a:defRPr>
            </a:lvl3pPr>
            <a:lvl4pPr marL="3774506" indent="0">
              <a:buNone/>
              <a:defRPr sz="4403">
                <a:solidFill>
                  <a:schemeClr val="tx1">
                    <a:tint val="82000"/>
                  </a:schemeClr>
                </a:solidFill>
              </a:defRPr>
            </a:lvl4pPr>
            <a:lvl5pPr marL="5032675" indent="0">
              <a:buNone/>
              <a:defRPr sz="4403">
                <a:solidFill>
                  <a:schemeClr val="tx1">
                    <a:tint val="82000"/>
                  </a:schemeClr>
                </a:solidFill>
              </a:defRPr>
            </a:lvl5pPr>
            <a:lvl6pPr marL="6290843" indent="0">
              <a:buNone/>
              <a:defRPr sz="4403">
                <a:solidFill>
                  <a:schemeClr val="tx1">
                    <a:tint val="82000"/>
                  </a:schemeClr>
                </a:solidFill>
              </a:defRPr>
            </a:lvl6pPr>
            <a:lvl7pPr marL="7549012" indent="0">
              <a:buNone/>
              <a:defRPr sz="4403">
                <a:solidFill>
                  <a:schemeClr val="tx1">
                    <a:tint val="82000"/>
                  </a:schemeClr>
                </a:solidFill>
              </a:defRPr>
            </a:lvl7pPr>
            <a:lvl8pPr marL="8807181" indent="0">
              <a:buNone/>
              <a:defRPr sz="4403">
                <a:solidFill>
                  <a:schemeClr val="tx1">
                    <a:tint val="82000"/>
                  </a:schemeClr>
                </a:solidFill>
              </a:defRPr>
            </a:lvl8pPr>
            <a:lvl9pPr marL="10065349" indent="0">
              <a:buNone/>
              <a:defRPr sz="4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18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29988" y="5251630"/>
            <a:ext cx="10694472" cy="125171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39003" y="5251630"/>
            <a:ext cx="10694472" cy="125171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927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266" y="1050330"/>
            <a:ext cx="21703487" cy="381314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268" y="4836068"/>
            <a:ext cx="10645323" cy="2370082"/>
          </a:xfrm>
        </p:spPr>
        <p:txBody>
          <a:bodyPr anchor="b"/>
          <a:lstStyle>
            <a:lvl1pPr marL="0" indent="0">
              <a:buNone/>
              <a:defRPr sz="6605" b="1"/>
            </a:lvl1pPr>
            <a:lvl2pPr marL="1258169" indent="0">
              <a:buNone/>
              <a:defRPr sz="5504" b="1"/>
            </a:lvl2pPr>
            <a:lvl3pPr marL="2516337" indent="0">
              <a:buNone/>
              <a:defRPr sz="4953" b="1"/>
            </a:lvl3pPr>
            <a:lvl4pPr marL="3774506" indent="0">
              <a:buNone/>
              <a:defRPr sz="4403" b="1"/>
            </a:lvl4pPr>
            <a:lvl5pPr marL="5032675" indent="0">
              <a:buNone/>
              <a:defRPr sz="4403" b="1"/>
            </a:lvl5pPr>
            <a:lvl6pPr marL="6290843" indent="0">
              <a:buNone/>
              <a:defRPr sz="4403" b="1"/>
            </a:lvl6pPr>
            <a:lvl7pPr marL="7549012" indent="0">
              <a:buNone/>
              <a:defRPr sz="4403" b="1"/>
            </a:lvl7pPr>
            <a:lvl8pPr marL="8807181" indent="0">
              <a:buNone/>
              <a:defRPr sz="4403" b="1"/>
            </a:lvl8pPr>
            <a:lvl9pPr marL="10065349" indent="0">
              <a:buNone/>
              <a:defRPr sz="4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3268" y="7206150"/>
            <a:ext cx="10645323" cy="1059916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39005" y="4836068"/>
            <a:ext cx="10697749" cy="2370082"/>
          </a:xfrm>
        </p:spPr>
        <p:txBody>
          <a:bodyPr anchor="b"/>
          <a:lstStyle>
            <a:lvl1pPr marL="0" indent="0">
              <a:buNone/>
              <a:defRPr sz="6605" b="1"/>
            </a:lvl1pPr>
            <a:lvl2pPr marL="1258169" indent="0">
              <a:buNone/>
              <a:defRPr sz="5504" b="1"/>
            </a:lvl2pPr>
            <a:lvl3pPr marL="2516337" indent="0">
              <a:buNone/>
              <a:defRPr sz="4953" b="1"/>
            </a:lvl3pPr>
            <a:lvl4pPr marL="3774506" indent="0">
              <a:buNone/>
              <a:defRPr sz="4403" b="1"/>
            </a:lvl4pPr>
            <a:lvl5pPr marL="5032675" indent="0">
              <a:buNone/>
              <a:defRPr sz="4403" b="1"/>
            </a:lvl5pPr>
            <a:lvl6pPr marL="6290843" indent="0">
              <a:buNone/>
              <a:defRPr sz="4403" b="1"/>
            </a:lvl6pPr>
            <a:lvl7pPr marL="7549012" indent="0">
              <a:buNone/>
              <a:defRPr sz="4403" b="1"/>
            </a:lvl7pPr>
            <a:lvl8pPr marL="8807181" indent="0">
              <a:buNone/>
              <a:defRPr sz="4403" b="1"/>
            </a:lvl8pPr>
            <a:lvl9pPr marL="10065349" indent="0">
              <a:buNone/>
              <a:defRPr sz="4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39005" y="7206150"/>
            <a:ext cx="10697749" cy="1059916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19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1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5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265" y="1315191"/>
            <a:ext cx="8115872" cy="4603168"/>
          </a:xfrm>
        </p:spPr>
        <p:txBody>
          <a:bodyPr anchor="b"/>
          <a:lstStyle>
            <a:lvl1pPr>
              <a:defRPr sz="880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7749" y="2840451"/>
            <a:ext cx="12739003" cy="14019569"/>
          </a:xfrm>
        </p:spPr>
        <p:txBody>
          <a:bodyPr/>
          <a:lstStyle>
            <a:lvl1pPr>
              <a:defRPr sz="8806"/>
            </a:lvl1pPr>
            <a:lvl2pPr>
              <a:defRPr sz="7705"/>
            </a:lvl2pPr>
            <a:lvl3pPr>
              <a:defRPr sz="6605"/>
            </a:lvl3pPr>
            <a:lvl4pPr>
              <a:defRPr sz="5504"/>
            </a:lvl4pPr>
            <a:lvl5pPr>
              <a:defRPr sz="5504"/>
            </a:lvl5pPr>
            <a:lvl6pPr>
              <a:defRPr sz="5504"/>
            </a:lvl6pPr>
            <a:lvl7pPr>
              <a:defRPr sz="5504"/>
            </a:lvl7pPr>
            <a:lvl8pPr>
              <a:defRPr sz="5504"/>
            </a:lvl8pPr>
            <a:lvl9pPr>
              <a:defRPr sz="550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265" y="5918359"/>
            <a:ext cx="8115872" cy="10964492"/>
          </a:xfrm>
        </p:spPr>
        <p:txBody>
          <a:bodyPr/>
          <a:lstStyle>
            <a:lvl1pPr marL="0" indent="0">
              <a:buNone/>
              <a:defRPr sz="4403"/>
            </a:lvl1pPr>
            <a:lvl2pPr marL="1258169" indent="0">
              <a:buNone/>
              <a:defRPr sz="3853"/>
            </a:lvl2pPr>
            <a:lvl3pPr marL="2516337" indent="0">
              <a:buNone/>
              <a:defRPr sz="3302"/>
            </a:lvl3pPr>
            <a:lvl4pPr marL="3774506" indent="0">
              <a:buNone/>
              <a:defRPr sz="2752"/>
            </a:lvl4pPr>
            <a:lvl5pPr marL="5032675" indent="0">
              <a:buNone/>
              <a:defRPr sz="2752"/>
            </a:lvl5pPr>
            <a:lvl6pPr marL="6290843" indent="0">
              <a:buNone/>
              <a:defRPr sz="2752"/>
            </a:lvl6pPr>
            <a:lvl7pPr marL="7549012" indent="0">
              <a:buNone/>
              <a:defRPr sz="2752"/>
            </a:lvl7pPr>
            <a:lvl8pPr marL="8807181" indent="0">
              <a:buNone/>
              <a:defRPr sz="2752"/>
            </a:lvl8pPr>
            <a:lvl9pPr marL="10065349" indent="0">
              <a:buNone/>
              <a:defRPr sz="27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99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265" y="1315191"/>
            <a:ext cx="8115872" cy="4603168"/>
          </a:xfrm>
        </p:spPr>
        <p:txBody>
          <a:bodyPr anchor="b"/>
          <a:lstStyle>
            <a:lvl1pPr>
              <a:defRPr sz="880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697749" y="2840451"/>
            <a:ext cx="12739003" cy="14019569"/>
          </a:xfrm>
        </p:spPr>
        <p:txBody>
          <a:bodyPr anchor="t"/>
          <a:lstStyle>
            <a:lvl1pPr marL="0" indent="0">
              <a:buNone/>
              <a:defRPr sz="8806"/>
            </a:lvl1pPr>
            <a:lvl2pPr marL="1258169" indent="0">
              <a:buNone/>
              <a:defRPr sz="7705"/>
            </a:lvl2pPr>
            <a:lvl3pPr marL="2516337" indent="0">
              <a:buNone/>
              <a:defRPr sz="6605"/>
            </a:lvl3pPr>
            <a:lvl4pPr marL="3774506" indent="0">
              <a:buNone/>
              <a:defRPr sz="5504"/>
            </a:lvl4pPr>
            <a:lvl5pPr marL="5032675" indent="0">
              <a:buNone/>
              <a:defRPr sz="5504"/>
            </a:lvl5pPr>
            <a:lvl6pPr marL="6290843" indent="0">
              <a:buNone/>
              <a:defRPr sz="5504"/>
            </a:lvl6pPr>
            <a:lvl7pPr marL="7549012" indent="0">
              <a:buNone/>
              <a:defRPr sz="5504"/>
            </a:lvl7pPr>
            <a:lvl8pPr marL="8807181" indent="0">
              <a:buNone/>
              <a:defRPr sz="5504"/>
            </a:lvl8pPr>
            <a:lvl9pPr marL="10065349" indent="0">
              <a:buNone/>
              <a:defRPr sz="550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265" y="5918359"/>
            <a:ext cx="8115872" cy="10964492"/>
          </a:xfrm>
        </p:spPr>
        <p:txBody>
          <a:bodyPr/>
          <a:lstStyle>
            <a:lvl1pPr marL="0" indent="0">
              <a:buNone/>
              <a:defRPr sz="4403"/>
            </a:lvl1pPr>
            <a:lvl2pPr marL="1258169" indent="0">
              <a:buNone/>
              <a:defRPr sz="3853"/>
            </a:lvl2pPr>
            <a:lvl3pPr marL="2516337" indent="0">
              <a:buNone/>
              <a:defRPr sz="3302"/>
            </a:lvl3pPr>
            <a:lvl4pPr marL="3774506" indent="0">
              <a:buNone/>
              <a:defRPr sz="2752"/>
            </a:lvl4pPr>
            <a:lvl5pPr marL="5032675" indent="0">
              <a:buNone/>
              <a:defRPr sz="2752"/>
            </a:lvl5pPr>
            <a:lvl6pPr marL="6290843" indent="0">
              <a:buNone/>
              <a:defRPr sz="2752"/>
            </a:lvl6pPr>
            <a:lvl7pPr marL="7549012" indent="0">
              <a:buNone/>
              <a:defRPr sz="2752"/>
            </a:lvl7pPr>
            <a:lvl8pPr marL="8807181" indent="0">
              <a:buNone/>
              <a:defRPr sz="2752"/>
            </a:lvl8pPr>
            <a:lvl9pPr marL="10065349" indent="0">
              <a:buNone/>
              <a:defRPr sz="27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07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64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07604" y="1050326"/>
            <a:ext cx="5425872" cy="1671845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29989" y="1050326"/>
            <a:ext cx="15963072" cy="1671845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54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29988" y="1050330"/>
            <a:ext cx="21703487" cy="3813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9988" y="5251630"/>
            <a:ext cx="21703487" cy="12517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29988" y="18284811"/>
            <a:ext cx="5661779" cy="1050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C7DB5-FE28-45F3-B483-AC656A0DF9B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5397" y="18284811"/>
            <a:ext cx="8492669" cy="1050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71696" y="18284811"/>
            <a:ext cx="5661779" cy="1050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44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2516337" rtl="0" eaLnBrk="1" latinLnBrk="0" hangingPunct="1">
        <a:lnSpc>
          <a:spcPct val="90000"/>
        </a:lnSpc>
        <a:spcBef>
          <a:spcPct val="0"/>
        </a:spcBef>
        <a:buNone/>
        <a:defRPr sz="121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084" indent="-629084" algn="l" defTabSz="2516337" rtl="0" eaLnBrk="1" latinLnBrk="0" hangingPunct="1">
        <a:lnSpc>
          <a:spcPct val="90000"/>
        </a:lnSpc>
        <a:spcBef>
          <a:spcPts val="2752"/>
        </a:spcBef>
        <a:buFont typeface="Arial" panose="020B0604020202020204" pitchFamily="34" charset="0"/>
        <a:buChar char="•"/>
        <a:defRPr sz="7705" kern="1200">
          <a:solidFill>
            <a:schemeClr val="tx1"/>
          </a:solidFill>
          <a:latin typeface="+mn-lt"/>
          <a:ea typeface="+mn-ea"/>
          <a:cs typeface="+mn-cs"/>
        </a:defRPr>
      </a:lvl1pPr>
      <a:lvl2pPr marL="1887253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6605" kern="1200">
          <a:solidFill>
            <a:schemeClr val="tx1"/>
          </a:solidFill>
          <a:latin typeface="+mn-lt"/>
          <a:ea typeface="+mn-ea"/>
          <a:cs typeface="+mn-cs"/>
        </a:defRPr>
      </a:lvl2pPr>
      <a:lvl3pPr marL="3145422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5504" kern="1200">
          <a:solidFill>
            <a:schemeClr val="tx1"/>
          </a:solidFill>
          <a:latin typeface="+mn-lt"/>
          <a:ea typeface="+mn-ea"/>
          <a:cs typeface="+mn-cs"/>
        </a:defRPr>
      </a:lvl3pPr>
      <a:lvl4pPr marL="4403590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4953" kern="1200">
          <a:solidFill>
            <a:schemeClr val="tx1"/>
          </a:solidFill>
          <a:latin typeface="+mn-lt"/>
          <a:ea typeface="+mn-ea"/>
          <a:cs typeface="+mn-cs"/>
        </a:defRPr>
      </a:lvl4pPr>
      <a:lvl5pPr marL="5661759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4953" kern="1200">
          <a:solidFill>
            <a:schemeClr val="tx1"/>
          </a:solidFill>
          <a:latin typeface="+mn-lt"/>
          <a:ea typeface="+mn-ea"/>
          <a:cs typeface="+mn-cs"/>
        </a:defRPr>
      </a:lvl5pPr>
      <a:lvl6pPr marL="6919928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4953" kern="1200">
          <a:solidFill>
            <a:schemeClr val="tx1"/>
          </a:solidFill>
          <a:latin typeface="+mn-lt"/>
          <a:ea typeface="+mn-ea"/>
          <a:cs typeface="+mn-cs"/>
        </a:defRPr>
      </a:lvl6pPr>
      <a:lvl7pPr marL="8178096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4953" kern="1200">
          <a:solidFill>
            <a:schemeClr val="tx1"/>
          </a:solidFill>
          <a:latin typeface="+mn-lt"/>
          <a:ea typeface="+mn-ea"/>
          <a:cs typeface="+mn-cs"/>
        </a:defRPr>
      </a:lvl7pPr>
      <a:lvl8pPr marL="9436265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4953" kern="1200">
          <a:solidFill>
            <a:schemeClr val="tx1"/>
          </a:solidFill>
          <a:latin typeface="+mn-lt"/>
          <a:ea typeface="+mn-ea"/>
          <a:cs typeface="+mn-cs"/>
        </a:defRPr>
      </a:lvl8pPr>
      <a:lvl9pPr marL="10694434" indent="-629084" algn="l" defTabSz="2516337" rtl="0" eaLnBrk="1" latinLnBrk="0" hangingPunct="1">
        <a:lnSpc>
          <a:spcPct val="90000"/>
        </a:lnSpc>
        <a:spcBef>
          <a:spcPts val="1376"/>
        </a:spcBef>
        <a:buFont typeface="Arial" panose="020B0604020202020204" pitchFamily="34" charset="0"/>
        <a:buChar char="•"/>
        <a:defRPr sz="4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1pPr>
      <a:lvl2pPr marL="1258169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2pPr>
      <a:lvl3pPr marL="2516337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3pPr>
      <a:lvl4pPr marL="3774506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4pPr>
      <a:lvl5pPr marL="5032675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5pPr>
      <a:lvl6pPr marL="6290843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6pPr>
      <a:lvl7pPr marL="7549012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7pPr>
      <a:lvl8pPr marL="8807181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8pPr>
      <a:lvl9pPr marL="10065349" algn="l" defTabSz="2516337" rtl="0" eaLnBrk="1" latinLnBrk="0" hangingPunct="1">
        <a:defRPr sz="4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1E93-B177-92E9-EE8E-A3DED3E58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4345658" y="457401"/>
            <a:ext cx="16127555" cy="1962688"/>
          </a:xfrm>
        </p:spPr>
        <p:txBody>
          <a:bodyPr>
            <a:normAutofit/>
          </a:bodyPr>
          <a:lstStyle/>
          <a:p>
            <a:r>
              <a:rPr lang="en-IN" sz="5400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ER Diagram E-COMMERCE ORDER MANAGEMENT DATABASE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1D1C7-7FB3-EE7A-EE38-0457BEC32662}"/>
              </a:ext>
            </a:extLst>
          </p:cNvPr>
          <p:cNvSpPr/>
          <p:nvPr/>
        </p:nvSpPr>
        <p:spPr>
          <a:xfrm>
            <a:off x="7803120" y="4750716"/>
            <a:ext cx="1912059" cy="7646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924963-CBFC-72F3-1306-5A83641048C0}"/>
              </a:ext>
            </a:extLst>
          </p:cNvPr>
          <p:cNvSpPr/>
          <p:nvPr/>
        </p:nvSpPr>
        <p:spPr>
          <a:xfrm>
            <a:off x="5449024" y="4985449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PHONE</a:t>
            </a:r>
            <a:endParaRPr lang="en-IN" sz="2000" dirty="0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9573DA8D-7807-F544-44B4-E0A10206AF9A}"/>
              </a:ext>
            </a:extLst>
          </p:cNvPr>
          <p:cNvSpPr/>
          <p:nvPr/>
        </p:nvSpPr>
        <p:spPr>
          <a:xfrm>
            <a:off x="10519306" y="4723411"/>
            <a:ext cx="1595266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056A1-4572-CB02-53BD-8973211198F0}"/>
              </a:ext>
            </a:extLst>
          </p:cNvPr>
          <p:cNvSpPr txBox="1"/>
          <p:nvPr/>
        </p:nvSpPr>
        <p:spPr>
          <a:xfrm>
            <a:off x="7888858" y="4967727"/>
            <a:ext cx="2675273" cy="48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21" b="1" dirty="0"/>
              <a:t>CUSTOMER</a:t>
            </a:r>
            <a:endParaRPr lang="en-IN" sz="2521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06BBF6-C428-BDBD-B669-4CF644E68226}"/>
              </a:ext>
            </a:extLst>
          </p:cNvPr>
          <p:cNvCxnSpPr>
            <a:cxnSpLocks/>
          </p:cNvCxnSpPr>
          <p:nvPr/>
        </p:nvCxnSpPr>
        <p:spPr>
          <a:xfrm flipH="1">
            <a:off x="7200443" y="5240109"/>
            <a:ext cx="579045" cy="3220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55CB61-CA3A-6E9F-A708-A260F0159130}"/>
              </a:ext>
            </a:extLst>
          </p:cNvPr>
          <p:cNvCxnSpPr>
            <a:cxnSpLocks/>
          </p:cNvCxnSpPr>
          <p:nvPr/>
        </p:nvCxnSpPr>
        <p:spPr>
          <a:xfrm>
            <a:off x="7817955" y="3907450"/>
            <a:ext cx="246398" cy="877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04F0F9-D7EA-F068-737D-C0011498E1D0}"/>
              </a:ext>
            </a:extLst>
          </p:cNvPr>
          <p:cNvCxnSpPr>
            <a:cxnSpLocks/>
          </p:cNvCxnSpPr>
          <p:nvPr/>
        </p:nvCxnSpPr>
        <p:spPr>
          <a:xfrm>
            <a:off x="7282092" y="4344754"/>
            <a:ext cx="492795" cy="5344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E5F3ED-AE7E-2E33-A260-6BE8F9A3284C}"/>
              </a:ext>
            </a:extLst>
          </p:cNvPr>
          <p:cNvCxnSpPr>
            <a:cxnSpLocks/>
          </p:cNvCxnSpPr>
          <p:nvPr/>
        </p:nvCxnSpPr>
        <p:spPr>
          <a:xfrm flipV="1">
            <a:off x="8481356" y="4129450"/>
            <a:ext cx="454213" cy="638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53FD15-372D-F4A6-EA53-6E34A8C7F9EE}"/>
              </a:ext>
            </a:extLst>
          </p:cNvPr>
          <p:cNvCxnSpPr>
            <a:cxnSpLocks/>
          </p:cNvCxnSpPr>
          <p:nvPr/>
        </p:nvCxnSpPr>
        <p:spPr>
          <a:xfrm flipV="1">
            <a:off x="9721927" y="5199901"/>
            <a:ext cx="784711" cy="7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0348582-BC67-5E4E-F4C1-72229CF6F357}"/>
              </a:ext>
            </a:extLst>
          </p:cNvPr>
          <p:cNvSpPr/>
          <p:nvPr/>
        </p:nvSpPr>
        <p:spPr>
          <a:xfrm>
            <a:off x="5249363" y="3527206"/>
            <a:ext cx="2178957" cy="13520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Customer ID</a:t>
            </a:r>
            <a:endParaRPr lang="en-IN" b="1" u="sng" dirty="0">
              <a:solidFill>
                <a:schemeClr val="accent5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algn="ctr"/>
            <a:endParaRPr lang="en-IN" sz="1418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EA958A-51A2-F37C-864A-C6012E04CDD0}"/>
              </a:ext>
            </a:extLst>
          </p:cNvPr>
          <p:cNvSpPr/>
          <p:nvPr/>
        </p:nvSpPr>
        <p:spPr>
          <a:xfrm>
            <a:off x="6945687" y="2945185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9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Name</a:t>
            </a:r>
            <a:endParaRPr lang="en-IN" sz="189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1B7885-D73E-217C-E39C-6E0C4296E102}"/>
              </a:ext>
            </a:extLst>
          </p:cNvPr>
          <p:cNvSpPr/>
          <p:nvPr/>
        </p:nvSpPr>
        <p:spPr>
          <a:xfrm>
            <a:off x="8574444" y="3236623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E2C5AC-4ED6-04B5-9074-41E0A371E7D3}"/>
              </a:ext>
            </a:extLst>
          </p:cNvPr>
          <p:cNvSpPr txBox="1"/>
          <p:nvPr/>
        </p:nvSpPr>
        <p:spPr>
          <a:xfrm>
            <a:off x="8917540" y="3527202"/>
            <a:ext cx="1595266" cy="38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Email</a:t>
            </a:r>
            <a:endParaRPr lang="en-IN" sz="189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F9CAB9-F229-14C0-3403-3D6E23F271E7}"/>
              </a:ext>
            </a:extLst>
          </p:cNvPr>
          <p:cNvSpPr txBox="1"/>
          <p:nvPr/>
        </p:nvSpPr>
        <p:spPr>
          <a:xfrm>
            <a:off x="7429745" y="4201781"/>
            <a:ext cx="2176680" cy="4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521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9F19A2C-0195-E6F2-F726-4E2CDBC1ADFE}"/>
              </a:ext>
            </a:extLst>
          </p:cNvPr>
          <p:cNvCxnSpPr>
            <a:cxnSpLocks/>
          </p:cNvCxnSpPr>
          <p:nvPr/>
        </p:nvCxnSpPr>
        <p:spPr>
          <a:xfrm flipV="1">
            <a:off x="12106888" y="5217056"/>
            <a:ext cx="423018" cy="7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87D6ACE-048E-CC60-A386-B6E2449373B2}"/>
              </a:ext>
            </a:extLst>
          </p:cNvPr>
          <p:cNvSpPr/>
          <p:nvPr/>
        </p:nvSpPr>
        <p:spPr>
          <a:xfrm>
            <a:off x="12529912" y="4967727"/>
            <a:ext cx="1595267" cy="5944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032F791-6738-3636-B75C-3687986B6CE2}"/>
              </a:ext>
            </a:extLst>
          </p:cNvPr>
          <p:cNvCxnSpPr>
            <a:cxnSpLocks/>
          </p:cNvCxnSpPr>
          <p:nvPr/>
        </p:nvCxnSpPr>
        <p:spPr>
          <a:xfrm>
            <a:off x="12263771" y="4325014"/>
            <a:ext cx="356604" cy="660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2E03FCA-5B3C-30C9-9D6B-9E3A74B7D4F5}"/>
              </a:ext>
            </a:extLst>
          </p:cNvPr>
          <p:cNvCxnSpPr>
            <a:cxnSpLocks/>
          </p:cNvCxnSpPr>
          <p:nvPr/>
        </p:nvCxnSpPr>
        <p:spPr>
          <a:xfrm flipH="1">
            <a:off x="13028968" y="4053687"/>
            <a:ext cx="339330" cy="9317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D40FF6-DC86-A29E-DFCD-227DF64B2A5D}"/>
              </a:ext>
            </a:extLst>
          </p:cNvPr>
          <p:cNvCxnSpPr>
            <a:cxnSpLocks/>
          </p:cNvCxnSpPr>
          <p:nvPr/>
        </p:nvCxnSpPr>
        <p:spPr>
          <a:xfrm flipH="1">
            <a:off x="14054582" y="4368351"/>
            <a:ext cx="336726" cy="59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29008A2-5D46-38EC-B2C5-9150B8B9E6B3}"/>
              </a:ext>
            </a:extLst>
          </p:cNvPr>
          <p:cNvCxnSpPr>
            <a:cxnSpLocks/>
            <a:endCxn id="159" idx="0"/>
          </p:cNvCxnSpPr>
          <p:nvPr/>
        </p:nvCxnSpPr>
        <p:spPr>
          <a:xfrm>
            <a:off x="13344504" y="5590102"/>
            <a:ext cx="28067" cy="1984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A437BE41-7EF8-DE8B-2C5A-8204D572E7D1}"/>
              </a:ext>
            </a:extLst>
          </p:cNvPr>
          <p:cNvSpPr/>
          <p:nvPr/>
        </p:nvSpPr>
        <p:spPr>
          <a:xfrm>
            <a:off x="11162838" y="3380962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OrderID</a:t>
            </a:r>
            <a:endParaRPr lang="en-IN" sz="2000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DA06030-83A3-85B0-B2BF-D8AE7B2B8F2F}"/>
              </a:ext>
            </a:extLst>
          </p:cNvPr>
          <p:cNvSpPr/>
          <p:nvPr/>
        </p:nvSpPr>
        <p:spPr>
          <a:xfrm>
            <a:off x="12827986" y="3209058"/>
            <a:ext cx="1714854" cy="8623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83955D7-DAA2-1BDA-E539-E06D1FF531A5}"/>
              </a:ext>
            </a:extLst>
          </p:cNvPr>
          <p:cNvSpPr/>
          <p:nvPr/>
        </p:nvSpPr>
        <p:spPr>
          <a:xfrm>
            <a:off x="14285523" y="3716627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767F73-512F-8413-CF43-008AE9E5BAE8}"/>
              </a:ext>
            </a:extLst>
          </p:cNvPr>
          <p:cNvSpPr txBox="1"/>
          <p:nvPr/>
        </p:nvSpPr>
        <p:spPr>
          <a:xfrm>
            <a:off x="12641003" y="5111906"/>
            <a:ext cx="2132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</a:t>
            </a:r>
            <a:endParaRPr lang="en-IN" sz="24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B963F5-A1FB-270F-CD8C-BB50FDE2A5F8}"/>
              </a:ext>
            </a:extLst>
          </p:cNvPr>
          <p:cNvSpPr txBox="1"/>
          <p:nvPr/>
        </p:nvSpPr>
        <p:spPr>
          <a:xfrm>
            <a:off x="12987484" y="3380962"/>
            <a:ext cx="2682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Order Date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7E614F-9197-03ED-46A9-8F7A7EC0B50A}"/>
              </a:ext>
            </a:extLst>
          </p:cNvPr>
          <p:cNvSpPr txBox="1"/>
          <p:nvPr/>
        </p:nvSpPr>
        <p:spPr>
          <a:xfrm>
            <a:off x="14544273" y="3981047"/>
            <a:ext cx="157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Status</a:t>
            </a:r>
            <a:endParaRPr lang="en-IN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Diamond 85">
            <a:extLst>
              <a:ext uri="{FF2B5EF4-FFF2-40B4-BE49-F238E27FC236}">
                <a16:creationId xmlns:a16="http://schemas.microsoft.com/office/drawing/2014/main" id="{21A51C8A-F42B-F002-9A99-A2DE5BD013EA}"/>
              </a:ext>
            </a:extLst>
          </p:cNvPr>
          <p:cNvSpPr/>
          <p:nvPr/>
        </p:nvSpPr>
        <p:spPr>
          <a:xfrm>
            <a:off x="14470088" y="4834627"/>
            <a:ext cx="1388026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5A47146-9E86-BF66-A83A-C03906400647}"/>
              </a:ext>
            </a:extLst>
          </p:cNvPr>
          <p:cNvCxnSpPr>
            <a:cxnSpLocks/>
          </p:cNvCxnSpPr>
          <p:nvPr/>
        </p:nvCxnSpPr>
        <p:spPr>
          <a:xfrm>
            <a:off x="14128453" y="5319079"/>
            <a:ext cx="381792" cy="6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DF68343-AD8A-82C2-87D0-6750A42C1D6F}"/>
              </a:ext>
            </a:extLst>
          </p:cNvPr>
          <p:cNvCxnSpPr>
            <a:cxnSpLocks/>
          </p:cNvCxnSpPr>
          <p:nvPr/>
        </p:nvCxnSpPr>
        <p:spPr>
          <a:xfrm flipH="1">
            <a:off x="15858114" y="5325724"/>
            <a:ext cx="5240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3EA6665-D15E-935E-1B77-72485E32BAA9}"/>
              </a:ext>
            </a:extLst>
          </p:cNvPr>
          <p:cNvSpPr/>
          <p:nvPr/>
        </p:nvSpPr>
        <p:spPr>
          <a:xfrm>
            <a:off x="16382188" y="5111906"/>
            <a:ext cx="1723681" cy="580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5B43B5-D98B-8CBE-008C-EB6F827BF4D7}"/>
              </a:ext>
            </a:extLst>
          </p:cNvPr>
          <p:cNvCxnSpPr>
            <a:cxnSpLocks/>
          </p:cNvCxnSpPr>
          <p:nvPr/>
        </p:nvCxnSpPr>
        <p:spPr>
          <a:xfrm flipH="1" flipV="1">
            <a:off x="14104775" y="5548730"/>
            <a:ext cx="2508159" cy="28708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B605183-61EF-27DB-8057-5E713E33B563}"/>
              </a:ext>
            </a:extLst>
          </p:cNvPr>
          <p:cNvCxnSpPr>
            <a:cxnSpLocks/>
          </p:cNvCxnSpPr>
          <p:nvPr/>
        </p:nvCxnSpPr>
        <p:spPr>
          <a:xfrm>
            <a:off x="17575253" y="5714535"/>
            <a:ext cx="1054682" cy="1043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BB1EB53-DF34-7A59-D15A-FB672216CA88}"/>
              </a:ext>
            </a:extLst>
          </p:cNvPr>
          <p:cNvCxnSpPr>
            <a:cxnSpLocks/>
          </p:cNvCxnSpPr>
          <p:nvPr/>
        </p:nvCxnSpPr>
        <p:spPr>
          <a:xfrm flipH="1" flipV="1">
            <a:off x="18074701" y="5692301"/>
            <a:ext cx="2272377" cy="563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E0A903D-36A7-C4FD-21E6-B929D0B1B58A}"/>
              </a:ext>
            </a:extLst>
          </p:cNvPr>
          <p:cNvCxnSpPr>
            <a:cxnSpLocks/>
          </p:cNvCxnSpPr>
          <p:nvPr/>
        </p:nvCxnSpPr>
        <p:spPr>
          <a:xfrm flipH="1">
            <a:off x="18105866" y="5325728"/>
            <a:ext cx="818235" cy="885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7AABE85-63A5-3952-7BE2-E98D4B778D27}"/>
              </a:ext>
            </a:extLst>
          </p:cNvPr>
          <p:cNvCxnSpPr>
            <a:cxnSpLocks/>
          </p:cNvCxnSpPr>
          <p:nvPr/>
        </p:nvCxnSpPr>
        <p:spPr>
          <a:xfrm flipH="1">
            <a:off x="18074701" y="4709851"/>
            <a:ext cx="492705" cy="423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61FB60B-DE82-D172-0C1A-E113ABB23934}"/>
              </a:ext>
            </a:extLst>
          </p:cNvPr>
          <p:cNvCxnSpPr>
            <a:cxnSpLocks/>
          </p:cNvCxnSpPr>
          <p:nvPr/>
        </p:nvCxnSpPr>
        <p:spPr>
          <a:xfrm flipH="1">
            <a:off x="16959904" y="4519572"/>
            <a:ext cx="284120" cy="623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A1640DF6-7167-B524-AC06-DDED06E11026}"/>
              </a:ext>
            </a:extLst>
          </p:cNvPr>
          <p:cNvSpPr/>
          <p:nvPr/>
        </p:nvSpPr>
        <p:spPr>
          <a:xfrm>
            <a:off x="16497049" y="3795993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07853562-97FC-3348-01F4-3CFEF62C6A6F}"/>
              </a:ext>
            </a:extLst>
          </p:cNvPr>
          <p:cNvSpPr/>
          <p:nvPr/>
        </p:nvSpPr>
        <p:spPr>
          <a:xfrm>
            <a:off x="18413430" y="4138885"/>
            <a:ext cx="168331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128C1C3-DAFD-08EC-1537-FF2F0B9CAB41}"/>
              </a:ext>
            </a:extLst>
          </p:cNvPr>
          <p:cNvSpPr/>
          <p:nvPr/>
        </p:nvSpPr>
        <p:spPr>
          <a:xfrm>
            <a:off x="18924097" y="5046518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DBEDDA0-5BA4-CABD-317F-A8F1D581D73D}"/>
              </a:ext>
            </a:extLst>
          </p:cNvPr>
          <p:cNvSpPr/>
          <p:nvPr/>
        </p:nvSpPr>
        <p:spPr>
          <a:xfrm>
            <a:off x="20099543" y="5954151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FD4E944-ADF0-8EF6-223F-4F7DD2AB4834}"/>
              </a:ext>
            </a:extLst>
          </p:cNvPr>
          <p:cNvSpPr/>
          <p:nvPr/>
        </p:nvSpPr>
        <p:spPr>
          <a:xfrm>
            <a:off x="18567402" y="6413925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46A42C7-7E6A-7C14-5BCD-9006BF2C9B28}"/>
              </a:ext>
            </a:extLst>
          </p:cNvPr>
          <p:cNvCxnSpPr>
            <a:cxnSpLocks/>
          </p:cNvCxnSpPr>
          <p:nvPr/>
        </p:nvCxnSpPr>
        <p:spPr>
          <a:xfrm flipH="1" flipV="1">
            <a:off x="17915135" y="8398976"/>
            <a:ext cx="1008965" cy="52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Diamond 120">
            <a:extLst>
              <a:ext uri="{FF2B5EF4-FFF2-40B4-BE49-F238E27FC236}">
                <a16:creationId xmlns:a16="http://schemas.microsoft.com/office/drawing/2014/main" id="{8D5E4D60-D1F0-0DEB-5755-755D2F04B3E4}"/>
              </a:ext>
            </a:extLst>
          </p:cNvPr>
          <p:cNvSpPr/>
          <p:nvPr/>
        </p:nvSpPr>
        <p:spPr>
          <a:xfrm>
            <a:off x="16424758" y="7940660"/>
            <a:ext cx="1559908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Has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7E1AB45-F9B5-1A1A-0576-F59571AA3A5F}"/>
              </a:ext>
            </a:extLst>
          </p:cNvPr>
          <p:cNvSpPr/>
          <p:nvPr/>
        </p:nvSpPr>
        <p:spPr>
          <a:xfrm>
            <a:off x="18647039" y="8054199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44853CF-D17E-5115-8862-085E114A38B1}"/>
              </a:ext>
            </a:extLst>
          </p:cNvPr>
          <p:cNvCxnSpPr>
            <a:cxnSpLocks/>
          </p:cNvCxnSpPr>
          <p:nvPr/>
        </p:nvCxnSpPr>
        <p:spPr>
          <a:xfrm>
            <a:off x="20347074" y="8572632"/>
            <a:ext cx="885144" cy="62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4775341-C401-E02E-9BBF-7ACABE75ADF6}"/>
              </a:ext>
            </a:extLst>
          </p:cNvPr>
          <p:cNvCxnSpPr>
            <a:cxnSpLocks/>
          </p:cNvCxnSpPr>
          <p:nvPr/>
        </p:nvCxnSpPr>
        <p:spPr>
          <a:xfrm>
            <a:off x="19581006" y="8803663"/>
            <a:ext cx="1532141" cy="19103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945809D-17A3-10E6-A727-CB36AF464E02}"/>
              </a:ext>
            </a:extLst>
          </p:cNvPr>
          <p:cNvCxnSpPr>
            <a:cxnSpLocks/>
          </p:cNvCxnSpPr>
          <p:nvPr/>
        </p:nvCxnSpPr>
        <p:spPr>
          <a:xfrm>
            <a:off x="20370720" y="8817698"/>
            <a:ext cx="908477" cy="636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4CA7BB1-C04C-8341-0831-A0E6411A538E}"/>
              </a:ext>
            </a:extLst>
          </p:cNvPr>
          <p:cNvCxnSpPr>
            <a:cxnSpLocks/>
          </p:cNvCxnSpPr>
          <p:nvPr/>
        </p:nvCxnSpPr>
        <p:spPr>
          <a:xfrm flipV="1">
            <a:off x="20347075" y="7816572"/>
            <a:ext cx="981972" cy="42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5EC29DF-08EA-2D34-B7C7-67C24256C60D}"/>
              </a:ext>
            </a:extLst>
          </p:cNvPr>
          <p:cNvCxnSpPr>
            <a:cxnSpLocks/>
          </p:cNvCxnSpPr>
          <p:nvPr/>
        </p:nvCxnSpPr>
        <p:spPr>
          <a:xfrm>
            <a:off x="20041623" y="8817698"/>
            <a:ext cx="2005488" cy="20352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035EA0AF-3140-BCD6-650F-28950A60C680}"/>
              </a:ext>
            </a:extLst>
          </p:cNvPr>
          <p:cNvSpPr/>
          <p:nvPr/>
        </p:nvSpPr>
        <p:spPr>
          <a:xfrm>
            <a:off x="21053915" y="7156429"/>
            <a:ext cx="1631517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340F870F-F3B5-BB90-43C4-654A904A1D72}"/>
              </a:ext>
            </a:extLst>
          </p:cNvPr>
          <p:cNvSpPr/>
          <p:nvPr/>
        </p:nvSpPr>
        <p:spPr>
          <a:xfrm>
            <a:off x="21191482" y="8208703"/>
            <a:ext cx="1975555" cy="92700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Shipment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Date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98B1D3A6-AC3B-9C93-DABC-D6F454CBD18F}"/>
              </a:ext>
            </a:extLst>
          </p:cNvPr>
          <p:cNvSpPr/>
          <p:nvPr/>
        </p:nvSpPr>
        <p:spPr>
          <a:xfrm>
            <a:off x="21213746" y="9213762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C1460902-FDB8-4B92-CFD4-8713F4527E10}"/>
              </a:ext>
            </a:extLst>
          </p:cNvPr>
          <p:cNvSpPr/>
          <p:nvPr/>
        </p:nvSpPr>
        <p:spPr>
          <a:xfrm>
            <a:off x="21869670" y="10783082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0AE0A77-AED1-C8D9-9F0F-46D2663DE09D}"/>
              </a:ext>
            </a:extLst>
          </p:cNvPr>
          <p:cNvSpPr/>
          <p:nvPr/>
        </p:nvSpPr>
        <p:spPr>
          <a:xfrm>
            <a:off x="20042671" y="10660517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59" name="Diamond 158">
            <a:extLst>
              <a:ext uri="{FF2B5EF4-FFF2-40B4-BE49-F238E27FC236}">
                <a16:creationId xmlns:a16="http://schemas.microsoft.com/office/drawing/2014/main" id="{5E72297F-CA44-4A36-B6BB-23D09D1782D9}"/>
              </a:ext>
            </a:extLst>
          </p:cNvPr>
          <p:cNvSpPr/>
          <p:nvPr/>
        </p:nvSpPr>
        <p:spPr>
          <a:xfrm>
            <a:off x="12678555" y="7574432"/>
            <a:ext cx="1388026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99313410-192A-3440-6E47-36608F4A982A}"/>
              </a:ext>
            </a:extLst>
          </p:cNvPr>
          <p:cNvCxnSpPr>
            <a:cxnSpLocks/>
          </p:cNvCxnSpPr>
          <p:nvPr/>
        </p:nvCxnSpPr>
        <p:spPr>
          <a:xfrm flipH="1">
            <a:off x="13346064" y="8492769"/>
            <a:ext cx="42576" cy="1135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628D4AA-C66C-FC68-737C-CBFA3287EBC0}"/>
              </a:ext>
            </a:extLst>
          </p:cNvPr>
          <p:cNvSpPr/>
          <p:nvPr/>
        </p:nvSpPr>
        <p:spPr>
          <a:xfrm>
            <a:off x="13358537" y="9585045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9661C10-143F-4548-3DB2-F7F170EAFB3D}"/>
              </a:ext>
            </a:extLst>
          </p:cNvPr>
          <p:cNvSpPr/>
          <p:nvPr/>
        </p:nvSpPr>
        <p:spPr>
          <a:xfrm>
            <a:off x="7120148" y="9615231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67" name="Diamond 166">
            <a:extLst>
              <a:ext uri="{FF2B5EF4-FFF2-40B4-BE49-F238E27FC236}">
                <a16:creationId xmlns:a16="http://schemas.microsoft.com/office/drawing/2014/main" id="{23C2F228-389F-BADD-3461-9FFB886FAA38}"/>
              </a:ext>
            </a:extLst>
          </p:cNvPr>
          <p:cNvSpPr/>
          <p:nvPr/>
        </p:nvSpPr>
        <p:spPr>
          <a:xfrm>
            <a:off x="9715177" y="9451744"/>
            <a:ext cx="1697114" cy="112992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0C2236C-5E95-1B8E-2B9B-F5121D7F27EA}"/>
              </a:ext>
            </a:extLst>
          </p:cNvPr>
          <p:cNvCxnSpPr>
            <a:cxnSpLocks/>
          </p:cNvCxnSpPr>
          <p:nvPr/>
        </p:nvCxnSpPr>
        <p:spPr>
          <a:xfrm flipH="1">
            <a:off x="8850154" y="10020399"/>
            <a:ext cx="8717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63443D5-81BB-4ED2-D65A-F9060E2455FF}"/>
              </a:ext>
            </a:extLst>
          </p:cNvPr>
          <p:cNvCxnSpPr>
            <a:cxnSpLocks/>
          </p:cNvCxnSpPr>
          <p:nvPr/>
        </p:nvCxnSpPr>
        <p:spPr>
          <a:xfrm>
            <a:off x="14718626" y="10347861"/>
            <a:ext cx="481492" cy="9198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F50E6204-4061-D82E-CB7C-92D23F3CB31E}"/>
              </a:ext>
            </a:extLst>
          </p:cNvPr>
          <p:cNvCxnSpPr>
            <a:cxnSpLocks/>
          </p:cNvCxnSpPr>
          <p:nvPr/>
        </p:nvCxnSpPr>
        <p:spPr>
          <a:xfrm flipH="1">
            <a:off x="13742083" y="10358011"/>
            <a:ext cx="42576" cy="1135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E644669-8A95-5C5A-6C7C-2E72AAD35612}"/>
              </a:ext>
            </a:extLst>
          </p:cNvPr>
          <p:cNvCxnSpPr>
            <a:cxnSpLocks/>
          </p:cNvCxnSpPr>
          <p:nvPr/>
        </p:nvCxnSpPr>
        <p:spPr>
          <a:xfrm flipH="1">
            <a:off x="13101536" y="10192677"/>
            <a:ext cx="312804" cy="9366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732A7CD9-AF05-EC64-F83F-55D063CCBE80}"/>
              </a:ext>
            </a:extLst>
          </p:cNvPr>
          <p:cNvCxnSpPr>
            <a:cxnSpLocks/>
          </p:cNvCxnSpPr>
          <p:nvPr/>
        </p:nvCxnSpPr>
        <p:spPr>
          <a:xfrm flipH="1" flipV="1">
            <a:off x="11335510" y="10040281"/>
            <a:ext cx="644517" cy="235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96E95C2-8AC5-680C-D888-8D15C7BB9E72}"/>
              </a:ext>
            </a:extLst>
          </p:cNvPr>
          <p:cNvCxnSpPr>
            <a:cxnSpLocks/>
          </p:cNvCxnSpPr>
          <p:nvPr/>
        </p:nvCxnSpPr>
        <p:spPr>
          <a:xfrm flipV="1">
            <a:off x="8389300" y="13683366"/>
            <a:ext cx="0" cy="332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>
            <a:extLst>
              <a:ext uri="{FF2B5EF4-FFF2-40B4-BE49-F238E27FC236}">
                <a16:creationId xmlns:a16="http://schemas.microsoft.com/office/drawing/2014/main" id="{247782CF-4894-D361-90C2-EE14A7659EF7}"/>
              </a:ext>
            </a:extLst>
          </p:cNvPr>
          <p:cNvSpPr/>
          <p:nvPr/>
        </p:nvSpPr>
        <p:spPr>
          <a:xfrm rot="11458142" flipV="1">
            <a:off x="502476" y="8114998"/>
            <a:ext cx="1493950" cy="113857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CategoryID</a:t>
            </a:r>
            <a:endParaRPr lang="en-IN" sz="1600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4727EF6-F65E-C407-BCC6-753320893866}"/>
              </a:ext>
            </a:extLst>
          </p:cNvPr>
          <p:cNvCxnSpPr>
            <a:cxnSpLocks/>
            <a:stCxn id="163" idx="1"/>
          </p:cNvCxnSpPr>
          <p:nvPr/>
        </p:nvCxnSpPr>
        <p:spPr>
          <a:xfrm flipH="1">
            <a:off x="13072880" y="9959779"/>
            <a:ext cx="285657" cy="724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>
            <a:extLst>
              <a:ext uri="{FF2B5EF4-FFF2-40B4-BE49-F238E27FC236}">
                <a16:creationId xmlns:a16="http://schemas.microsoft.com/office/drawing/2014/main" id="{E589D301-D11D-3342-6623-24840B4770FE}"/>
              </a:ext>
            </a:extLst>
          </p:cNvPr>
          <p:cNvSpPr/>
          <p:nvPr/>
        </p:nvSpPr>
        <p:spPr>
          <a:xfrm>
            <a:off x="11784468" y="10843593"/>
            <a:ext cx="1574069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Quantity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F4FF53A4-9C47-D0E4-4FD0-F9EADB756955}"/>
              </a:ext>
            </a:extLst>
          </p:cNvPr>
          <p:cNvSpPr/>
          <p:nvPr/>
        </p:nvSpPr>
        <p:spPr>
          <a:xfrm>
            <a:off x="13198633" y="11493248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D3973C5F-17D8-1E4D-DE71-FFDA13484BA3}"/>
              </a:ext>
            </a:extLst>
          </p:cNvPr>
          <p:cNvSpPr/>
          <p:nvPr/>
        </p:nvSpPr>
        <p:spPr>
          <a:xfrm>
            <a:off x="14730406" y="11200254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16D8C06-C6A9-D7F9-36C8-1978DFC45203}"/>
              </a:ext>
            </a:extLst>
          </p:cNvPr>
          <p:cNvSpPr/>
          <p:nvPr/>
        </p:nvSpPr>
        <p:spPr>
          <a:xfrm>
            <a:off x="376817" y="9734082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Category</a:t>
            </a:r>
          </a:p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Name</a:t>
            </a:r>
            <a:endParaRPr lang="en-IN" sz="1418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A2B4A53-245D-AF9A-1080-99B3E74FABC7}"/>
              </a:ext>
            </a:extLst>
          </p:cNvPr>
          <p:cNvCxnSpPr>
            <a:cxnSpLocks/>
          </p:cNvCxnSpPr>
          <p:nvPr/>
        </p:nvCxnSpPr>
        <p:spPr>
          <a:xfrm>
            <a:off x="6672209" y="8695427"/>
            <a:ext cx="481492" cy="9198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1909292C-D8FF-EB22-7FB4-DB7F6182F31E}"/>
              </a:ext>
            </a:extLst>
          </p:cNvPr>
          <p:cNvCxnSpPr>
            <a:cxnSpLocks/>
          </p:cNvCxnSpPr>
          <p:nvPr/>
        </p:nvCxnSpPr>
        <p:spPr>
          <a:xfrm>
            <a:off x="6423656" y="9451744"/>
            <a:ext cx="740509" cy="4626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B699B564-462C-6D76-18D5-784D55ACA932}"/>
              </a:ext>
            </a:extLst>
          </p:cNvPr>
          <p:cNvSpPr/>
          <p:nvPr/>
        </p:nvSpPr>
        <p:spPr>
          <a:xfrm>
            <a:off x="6198712" y="8054202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DB4FD83D-8BE4-5562-3743-C700C05A2377}"/>
              </a:ext>
            </a:extLst>
          </p:cNvPr>
          <p:cNvSpPr/>
          <p:nvPr/>
        </p:nvSpPr>
        <p:spPr>
          <a:xfrm>
            <a:off x="5075160" y="8784659"/>
            <a:ext cx="1455238" cy="919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4E07A13-0B3E-EDCF-3FB8-60A4914E125E}"/>
              </a:ext>
            </a:extLst>
          </p:cNvPr>
          <p:cNvCxnSpPr>
            <a:cxnSpLocks/>
          </p:cNvCxnSpPr>
          <p:nvPr/>
        </p:nvCxnSpPr>
        <p:spPr>
          <a:xfrm flipH="1">
            <a:off x="6149994" y="10350764"/>
            <a:ext cx="1013884" cy="502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124C90F-0556-1A8D-83B2-322F00710FDD}"/>
              </a:ext>
            </a:extLst>
          </p:cNvPr>
          <p:cNvCxnSpPr>
            <a:cxnSpLocks/>
          </p:cNvCxnSpPr>
          <p:nvPr/>
        </p:nvCxnSpPr>
        <p:spPr>
          <a:xfrm flipH="1">
            <a:off x="5713925" y="10192677"/>
            <a:ext cx="1406223" cy="1720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3A1177CC-8FCE-9588-1EC7-D052954B8CC0}"/>
              </a:ext>
            </a:extLst>
          </p:cNvPr>
          <p:cNvCxnSpPr>
            <a:cxnSpLocks/>
          </p:cNvCxnSpPr>
          <p:nvPr/>
        </p:nvCxnSpPr>
        <p:spPr>
          <a:xfrm flipV="1">
            <a:off x="6742762" y="10368266"/>
            <a:ext cx="1378492" cy="9214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219">
            <a:extLst>
              <a:ext uri="{FF2B5EF4-FFF2-40B4-BE49-F238E27FC236}">
                <a16:creationId xmlns:a16="http://schemas.microsoft.com/office/drawing/2014/main" id="{1F640839-F55A-D37B-6A3F-65176BA2A828}"/>
              </a:ext>
            </a:extLst>
          </p:cNvPr>
          <p:cNvSpPr/>
          <p:nvPr/>
        </p:nvSpPr>
        <p:spPr>
          <a:xfrm>
            <a:off x="4629498" y="9911055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8EB1C75A-322C-849E-E388-5854B20BCFF1}"/>
              </a:ext>
            </a:extLst>
          </p:cNvPr>
          <p:cNvSpPr/>
          <p:nvPr/>
        </p:nvSpPr>
        <p:spPr>
          <a:xfrm>
            <a:off x="6275125" y="11202468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69C48C63-68BD-D31E-888E-0CE7B510523B}"/>
              </a:ext>
            </a:extLst>
          </p:cNvPr>
          <p:cNvSpPr/>
          <p:nvPr/>
        </p:nvSpPr>
        <p:spPr>
          <a:xfrm>
            <a:off x="4963013" y="10754317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1390208-1E76-B292-2A33-FE468270CD3F}"/>
              </a:ext>
            </a:extLst>
          </p:cNvPr>
          <p:cNvSpPr txBox="1"/>
          <p:nvPr/>
        </p:nvSpPr>
        <p:spPr>
          <a:xfrm flipH="1">
            <a:off x="14722432" y="5108891"/>
            <a:ext cx="1428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Has</a:t>
            </a:r>
            <a:endParaRPr lang="en-IN" sz="2400" b="1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C745852-15ED-B005-F111-6293BDDC075C}"/>
              </a:ext>
            </a:extLst>
          </p:cNvPr>
          <p:cNvSpPr txBox="1"/>
          <p:nvPr/>
        </p:nvSpPr>
        <p:spPr>
          <a:xfrm>
            <a:off x="16416663" y="5165158"/>
            <a:ext cx="180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PAYMENT</a:t>
            </a:r>
            <a:endParaRPr lang="en-IN" sz="2800" b="1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A4A2103-640F-B382-E200-A219965AA875}"/>
              </a:ext>
            </a:extLst>
          </p:cNvPr>
          <p:cNvSpPr txBox="1"/>
          <p:nvPr/>
        </p:nvSpPr>
        <p:spPr>
          <a:xfrm>
            <a:off x="16542580" y="3955520"/>
            <a:ext cx="1566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</a:t>
            </a:r>
            <a:r>
              <a:rPr lang="en-US" u="sng" dirty="0"/>
              <a:t> </a:t>
            </a:r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ID</a:t>
            </a:r>
            <a:endParaRPr lang="en-IN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CC2449FD-8CF6-727A-5EBD-439DCD7B089A}"/>
              </a:ext>
            </a:extLst>
          </p:cNvPr>
          <p:cNvSpPr txBox="1"/>
          <p:nvPr/>
        </p:nvSpPr>
        <p:spPr>
          <a:xfrm>
            <a:off x="18456301" y="4404207"/>
            <a:ext cx="178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 Date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B90D52F-F73E-027A-D287-3E020C929B3F}"/>
              </a:ext>
            </a:extLst>
          </p:cNvPr>
          <p:cNvSpPr txBox="1"/>
          <p:nvPr/>
        </p:nvSpPr>
        <p:spPr>
          <a:xfrm>
            <a:off x="19058670" y="5174221"/>
            <a:ext cx="1589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 Method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18CF77A-C8DA-9208-7723-6ECCC9F2F728}"/>
              </a:ext>
            </a:extLst>
          </p:cNvPr>
          <p:cNvSpPr txBox="1"/>
          <p:nvPr/>
        </p:nvSpPr>
        <p:spPr>
          <a:xfrm>
            <a:off x="20292367" y="6162791"/>
            <a:ext cx="1798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Amount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D8FBE7E-6349-53CE-649B-BE7EE3C26B67}"/>
              </a:ext>
            </a:extLst>
          </p:cNvPr>
          <p:cNvSpPr txBox="1"/>
          <p:nvPr/>
        </p:nvSpPr>
        <p:spPr>
          <a:xfrm>
            <a:off x="18761901" y="6534165"/>
            <a:ext cx="149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 Status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5E5CCD5-AEFE-ACCF-99DA-E41A6609C95E}"/>
              </a:ext>
            </a:extLst>
          </p:cNvPr>
          <p:cNvSpPr txBox="1"/>
          <p:nvPr/>
        </p:nvSpPr>
        <p:spPr>
          <a:xfrm>
            <a:off x="18567403" y="8256682"/>
            <a:ext cx="223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SHIPMENT</a:t>
            </a:r>
            <a:endParaRPr lang="en-IN" sz="2800" b="1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BC73DF6-880C-8E68-310A-DEABAB6146EC}"/>
              </a:ext>
            </a:extLst>
          </p:cNvPr>
          <p:cNvSpPr txBox="1"/>
          <p:nvPr/>
        </p:nvSpPr>
        <p:spPr>
          <a:xfrm>
            <a:off x="21053913" y="7345059"/>
            <a:ext cx="1683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Shipment Id</a:t>
            </a:r>
            <a:endParaRPr lang="en-IN" sz="2000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5A26063-D5E4-0795-830C-12FD1D1DBD69}"/>
              </a:ext>
            </a:extLst>
          </p:cNvPr>
          <p:cNvSpPr txBox="1"/>
          <p:nvPr/>
        </p:nvSpPr>
        <p:spPr>
          <a:xfrm>
            <a:off x="21960721" y="5967563"/>
            <a:ext cx="1236132" cy="409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4971AA7-E027-6E20-DCBF-2753EBA26C83}"/>
              </a:ext>
            </a:extLst>
          </p:cNvPr>
          <p:cNvSpPr txBox="1"/>
          <p:nvPr/>
        </p:nvSpPr>
        <p:spPr>
          <a:xfrm>
            <a:off x="21536621" y="9385040"/>
            <a:ext cx="1213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Delivery Date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4376060-AD5E-B12C-25DD-84EEFFD08DD0}"/>
              </a:ext>
            </a:extLst>
          </p:cNvPr>
          <p:cNvSpPr txBox="1"/>
          <p:nvPr/>
        </p:nvSpPr>
        <p:spPr>
          <a:xfrm>
            <a:off x="22063792" y="10852911"/>
            <a:ext cx="149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Tracking Number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95168E2-3E02-4CE3-01F2-24329194F22C}"/>
              </a:ext>
            </a:extLst>
          </p:cNvPr>
          <p:cNvSpPr txBox="1"/>
          <p:nvPr/>
        </p:nvSpPr>
        <p:spPr>
          <a:xfrm>
            <a:off x="20231911" y="10792055"/>
            <a:ext cx="149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Shipment Status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A887E2C3-5A9F-34D4-D231-5D6C8FC3F4EF}"/>
              </a:ext>
            </a:extLst>
          </p:cNvPr>
          <p:cNvSpPr txBox="1"/>
          <p:nvPr/>
        </p:nvSpPr>
        <p:spPr>
          <a:xfrm>
            <a:off x="12733040" y="7816572"/>
            <a:ext cx="173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Contains</a:t>
            </a:r>
            <a:endParaRPr lang="en-IN" sz="2000" b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BF7EFAC-4AB8-5104-E9A1-9DDEA983CF4B}"/>
              </a:ext>
            </a:extLst>
          </p:cNvPr>
          <p:cNvSpPr txBox="1"/>
          <p:nvPr/>
        </p:nvSpPr>
        <p:spPr>
          <a:xfrm>
            <a:off x="13342617" y="9628006"/>
            <a:ext cx="201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</a:t>
            </a:r>
          </a:p>
          <a:p>
            <a:r>
              <a:rPr lang="en-US" sz="2400" b="1" dirty="0"/>
              <a:t>DETAILS</a:t>
            </a:r>
            <a:endParaRPr lang="en-IN" sz="2400" b="1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A555FCFD-A254-9A95-D8C6-C02B536681B9}"/>
              </a:ext>
            </a:extLst>
          </p:cNvPr>
          <p:cNvSpPr txBox="1"/>
          <p:nvPr/>
        </p:nvSpPr>
        <p:spPr>
          <a:xfrm>
            <a:off x="14907621" y="11281019"/>
            <a:ext cx="1818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Product ID(FK)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BAA5938-5111-AFD4-83AD-B8D9EE23B5AD}"/>
              </a:ext>
            </a:extLst>
          </p:cNvPr>
          <p:cNvSpPr txBox="1"/>
          <p:nvPr/>
        </p:nvSpPr>
        <p:spPr>
          <a:xfrm>
            <a:off x="13528343" y="11586027"/>
            <a:ext cx="138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Order ID(FK)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995C3B7-FB24-44C5-677F-B4DF62A3D7D8}"/>
              </a:ext>
            </a:extLst>
          </p:cNvPr>
          <p:cNvSpPr txBox="1"/>
          <p:nvPr/>
        </p:nvSpPr>
        <p:spPr>
          <a:xfrm>
            <a:off x="9813978" y="9784542"/>
            <a:ext cx="1619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Includes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AE6562C-AEC4-8ACC-39F7-AAF64A5B0B3A}"/>
              </a:ext>
            </a:extLst>
          </p:cNvPr>
          <p:cNvSpPr txBox="1"/>
          <p:nvPr/>
        </p:nvSpPr>
        <p:spPr>
          <a:xfrm>
            <a:off x="10799854" y="4967730"/>
            <a:ext cx="1542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Places</a:t>
            </a:r>
            <a:endParaRPr lang="en-IN" sz="2400" b="1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5FA8DE6-D8A1-1C07-372A-D62ADB1722D1}"/>
              </a:ext>
            </a:extLst>
          </p:cNvPr>
          <p:cNvSpPr txBox="1"/>
          <p:nvPr/>
        </p:nvSpPr>
        <p:spPr>
          <a:xfrm>
            <a:off x="7282092" y="9681903"/>
            <a:ext cx="1723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PRODUCT</a:t>
            </a:r>
            <a:endParaRPr lang="en-IN" sz="2000" b="1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AF8E2F43-3AEF-AA29-6874-2828FAE5DB05}"/>
              </a:ext>
            </a:extLst>
          </p:cNvPr>
          <p:cNvSpPr txBox="1"/>
          <p:nvPr/>
        </p:nvSpPr>
        <p:spPr>
          <a:xfrm>
            <a:off x="6347879" y="8256013"/>
            <a:ext cx="145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Product ID</a:t>
            </a:r>
            <a:endParaRPr lang="en-IN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FE886F3-97B3-FD95-FA7B-4354049158FA}"/>
              </a:ext>
            </a:extLst>
          </p:cNvPr>
          <p:cNvSpPr txBox="1"/>
          <p:nvPr/>
        </p:nvSpPr>
        <p:spPr>
          <a:xfrm>
            <a:off x="5249363" y="8999336"/>
            <a:ext cx="107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Product Name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F81C6747-A49F-2985-6C87-112935294683}"/>
              </a:ext>
            </a:extLst>
          </p:cNvPr>
          <p:cNvSpPr txBox="1"/>
          <p:nvPr/>
        </p:nvSpPr>
        <p:spPr>
          <a:xfrm>
            <a:off x="4749826" y="10182092"/>
            <a:ext cx="129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Category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47B00C7-792D-B420-2580-33E827726BBF}"/>
              </a:ext>
            </a:extLst>
          </p:cNvPr>
          <p:cNvSpPr txBox="1"/>
          <p:nvPr/>
        </p:nvSpPr>
        <p:spPr>
          <a:xfrm>
            <a:off x="5075163" y="10997099"/>
            <a:ext cx="1348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Price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34F38F6-EF4B-9583-8125-41F9B6246F23}"/>
              </a:ext>
            </a:extLst>
          </p:cNvPr>
          <p:cNvSpPr txBox="1"/>
          <p:nvPr/>
        </p:nvSpPr>
        <p:spPr>
          <a:xfrm>
            <a:off x="6530400" y="11361422"/>
            <a:ext cx="1287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Stock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C18ADD8A-D52D-0BA9-92EB-FFEF9111C7BA}"/>
              </a:ext>
            </a:extLst>
          </p:cNvPr>
          <p:cNvSpPr/>
          <p:nvPr/>
        </p:nvSpPr>
        <p:spPr>
          <a:xfrm>
            <a:off x="19098948" y="17163655"/>
            <a:ext cx="6090895" cy="25642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u="sng" dirty="0">
                <a:solidFill>
                  <a:srgbClr val="7030A0"/>
                </a:solidFill>
              </a:rPr>
              <a:t>NOTES:</a:t>
            </a:r>
            <a:endParaRPr lang="en-US" sz="2800" b="1" u="sng" dirty="0">
              <a:solidFill>
                <a:srgbClr val="7030A0"/>
              </a:solidFill>
              <a:highlight>
                <a:srgbClr val="000000"/>
              </a:highlight>
            </a:endParaRPr>
          </a:p>
          <a:p>
            <a:endParaRPr lang="en-US" sz="2800" b="1" dirty="0">
              <a:solidFill>
                <a:srgbClr val="7030A0"/>
              </a:solidFill>
            </a:endParaRPr>
          </a:p>
          <a:p>
            <a:pPr marL="342900" indent="-342900"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Underlined attributes are Primary Keys</a:t>
            </a:r>
            <a:r>
              <a:rPr lang="en-IN" sz="2800" b="1" dirty="0">
                <a:solidFill>
                  <a:srgbClr val="7030A0"/>
                </a:solidFill>
              </a:rPr>
              <a:t> (PK)</a:t>
            </a:r>
          </a:p>
          <a:p>
            <a:pPr marL="342900" indent="-342900">
              <a:buAutoNum type="arabicPeriod"/>
            </a:pPr>
            <a:r>
              <a:rPr lang="en-IN" sz="2800" b="1" dirty="0">
                <a:solidFill>
                  <a:srgbClr val="7030A0"/>
                </a:solidFill>
              </a:rPr>
              <a:t> (FK) –Foreign Key</a:t>
            </a:r>
            <a:endParaRPr lang="en-US" sz="2800" b="1" dirty="0">
              <a:solidFill>
                <a:srgbClr val="7030A0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5ADD749-761F-DCEA-21E9-8C3C1A4B05CE}"/>
              </a:ext>
            </a:extLst>
          </p:cNvPr>
          <p:cNvSpPr txBox="1"/>
          <p:nvPr/>
        </p:nvSpPr>
        <p:spPr>
          <a:xfrm>
            <a:off x="9841903" y="4770412"/>
            <a:ext cx="11751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sz="32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CE243A0F-C772-1EAB-D432-8CD36E38A4B2}"/>
              </a:ext>
            </a:extLst>
          </p:cNvPr>
          <p:cNvSpPr txBox="1"/>
          <p:nvPr/>
        </p:nvSpPr>
        <p:spPr>
          <a:xfrm>
            <a:off x="12090375" y="4879215"/>
            <a:ext cx="595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</a:t>
            </a:r>
            <a:endParaRPr lang="en-IN" sz="2400" b="1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AFD53F2-2F53-F492-6313-0E4FEBFA371D}"/>
              </a:ext>
            </a:extLst>
          </p:cNvPr>
          <p:cNvSpPr txBox="1"/>
          <p:nvPr/>
        </p:nvSpPr>
        <p:spPr>
          <a:xfrm>
            <a:off x="15870791" y="4944799"/>
            <a:ext cx="11751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726CACD-4D3A-A712-7F27-29CDDDCBC060}"/>
              </a:ext>
            </a:extLst>
          </p:cNvPr>
          <p:cNvSpPr txBox="1"/>
          <p:nvPr/>
        </p:nvSpPr>
        <p:spPr>
          <a:xfrm>
            <a:off x="14132154" y="4823723"/>
            <a:ext cx="11755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BA5A7471-80FD-F8C6-6912-DF5DF1318466}"/>
              </a:ext>
            </a:extLst>
          </p:cNvPr>
          <p:cNvSpPr txBox="1"/>
          <p:nvPr/>
        </p:nvSpPr>
        <p:spPr>
          <a:xfrm>
            <a:off x="13436483" y="6077936"/>
            <a:ext cx="11755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2FC9D28E-785E-BDC1-BB5C-C56F6E4BAC3A}"/>
              </a:ext>
            </a:extLst>
          </p:cNvPr>
          <p:cNvSpPr txBox="1"/>
          <p:nvPr/>
        </p:nvSpPr>
        <p:spPr>
          <a:xfrm>
            <a:off x="9140962" y="9476103"/>
            <a:ext cx="12382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624CB02E-ECC1-94E5-3ACB-108B8AEB7055}"/>
              </a:ext>
            </a:extLst>
          </p:cNvPr>
          <p:cNvSpPr txBox="1"/>
          <p:nvPr/>
        </p:nvSpPr>
        <p:spPr>
          <a:xfrm>
            <a:off x="18009592" y="7784883"/>
            <a:ext cx="13728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1</a:t>
            </a:r>
            <a:endParaRPr lang="en-IN" sz="4000" b="1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3CF9C4C9-21D8-2B86-65BF-89EEF0802161}"/>
              </a:ext>
            </a:extLst>
          </p:cNvPr>
          <p:cNvSpPr txBox="1"/>
          <p:nvPr/>
        </p:nvSpPr>
        <p:spPr>
          <a:xfrm>
            <a:off x="13553697" y="8832108"/>
            <a:ext cx="137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</a:t>
            </a:r>
            <a:endParaRPr lang="en-IN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0A1EF030-344F-5F36-C22D-7188A6D22842}"/>
              </a:ext>
            </a:extLst>
          </p:cNvPr>
          <p:cNvSpPr txBox="1"/>
          <p:nvPr/>
        </p:nvSpPr>
        <p:spPr>
          <a:xfrm>
            <a:off x="11838032" y="9714609"/>
            <a:ext cx="137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</a:t>
            </a:r>
            <a:endParaRPr lang="en-IN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D114F3-1E56-60EC-8156-1DA5BA42BF6A}"/>
              </a:ext>
            </a:extLst>
          </p:cNvPr>
          <p:cNvCxnSpPr>
            <a:cxnSpLocks/>
          </p:cNvCxnSpPr>
          <p:nvPr/>
        </p:nvCxnSpPr>
        <p:spPr>
          <a:xfrm flipH="1">
            <a:off x="3909771" y="10079404"/>
            <a:ext cx="8717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2E5AA8A8-9A84-28FA-8AA8-E02C4D3D6070}"/>
              </a:ext>
            </a:extLst>
          </p:cNvPr>
          <p:cNvSpPr/>
          <p:nvPr/>
        </p:nvSpPr>
        <p:spPr>
          <a:xfrm>
            <a:off x="2191971" y="9914429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CATEGORY</a:t>
            </a:r>
            <a:endParaRPr lang="en-IN" sz="2000" b="1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E880A9-F221-E36C-3C05-A0F9A1E7EFBD}"/>
              </a:ext>
            </a:extLst>
          </p:cNvPr>
          <p:cNvCxnSpPr>
            <a:cxnSpLocks/>
          </p:cNvCxnSpPr>
          <p:nvPr/>
        </p:nvCxnSpPr>
        <p:spPr>
          <a:xfrm>
            <a:off x="1828800" y="10083378"/>
            <a:ext cx="4214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832D66D-D623-8CE1-B211-9C8786E56E24}"/>
              </a:ext>
            </a:extLst>
          </p:cNvPr>
          <p:cNvCxnSpPr>
            <a:cxnSpLocks/>
          </p:cNvCxnSpPr>
          <p:nvPr/>
        </p:nvCxnSpPr>
        <p:spPr>
          <a:xfrm flipH="1" flipV="1">
            <a:off x="1915737" y="9000880"/>
            <a:ext cx="645986" cy="8630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274E6DD-7419-C7C9-458D-96EF7D7B6DE4}"/>
              </a:ext>
            </a:extLst>
          </p:cNvPr>
          <p:cNvCxnSpPr>
            <a:cxnSpLocks/>
          </p:cNvCxnSpPr>
          <p:nvPr/>
        </p:nvCxnSpPr>
        <p:spPr>
          <a:xfrm flipV="1">
            <a:off x="1532238" y="10581669"/>
            <a:ext cx="718053" cy="48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Diamond 71">
            <a:extLst>
              <a:ext uri="{FF2B5EF4-FFF2-40B4-BE49-F238E27FC236}">
                <a16:creationId xmlns:a16="http://schemas.microsoft.com/office/drawing/2014/main" id="{E78D1CB1-5179-01BB-2E65-583D2F5D2D89}"/>
              </a:ext>
            </a:extLst>
          </p:cNvPr>
          <p:cNvSpPr/>
          <p:nvPr/>
        </p:nvSpPr>
        <p:spPr>
          <a:xfrm>
            <a:off x="6793910" y="12296193"/>
            <a:ext cx="3170488" cy="139398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Suppliedby</a:t>
            </a:r>
            <a:endParaRPr lang="en-IN" sz="2000" b="1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619BE7-61BC-18C0-4DCB-D4AFDE400C79}"/>
              </a:ext>
            </a:extLst>
          </p:cNvPr>
          <p:cNvCxnSpPr>
            <a:cxnSpLocks/>
          </p:cNvCxnSpPr>
          <p:nvPr/>
        </p:nvCxnSpPr>
        <p:spPr>
          <a:xfrm>
            <a:off x="8301514" y="10484851"/>
            <a:ext cx="0" cy="1811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6DAD12-57A3-02FB-3B25-879A6615DD81}"/>
              </a:ext>
            </a:extLst>
          </p:cNvPr>
          <p:cNvCxnSpPr>
            <a:cxnSpLocks/>
            <a:stCxn id="244" idx="1"/>
          </p:cNvCxnSpPr>
          <p:nvPr/>
        </p:nvCxnSpPr>
        <p:spPr>
          <a:xfrm flipH="1">
            <a:off x="11974357" y="10043505"/>
            <a:ext cx="1368260" cy="26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6C6612EC-4ECA-F9F9-1E12-9CF1A9E3A793}"/>
              </a:ext>
            </a:extLst>
          </p:cNvPr>
          <p:cNvSpPr/>
          <p:nvPr/>
        </p:nvSpPr>
        <p:spPr>
          <a:xfrm>
            <a:off x="7619515" y="14015038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SUPPLIER</a:t>
            </a:r>
            <a:endParaRPr lang="en-IN" sz="2000" b="1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5F6AE4E-1084-E7E4-31DD-AF729D6CF4BB}"/>
              </a:ext>
            </a:extLst>
          </p:cNvPr>
          <p:cNvSpPr/>
          <p:nvPr/>
        </p:nvSpPr>
        <p:spPr>
          <a:xfrm>
            <a:off x="8974952" y="16089767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Email</a:t>
            </a:r>
            <a:endParaRPr lang="en-IN" sz="1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C294DB8-0A92-8E9D-2EF4-3AABC92E1E7A}"/>
              </a:ext>
            </a:extLst>
          </p:cNvPr>
          <p:cNvCxnSpPr>
            <a:cxnSpLocks/>
          </p:cNvCxnSpPr>
          <p:nvPr/>
        </p:nvCxnSpPr>
        <p:spPr>
          <a:xfrm>
            <a:off x="8843829" y="14774375"/>
            <a:ext cx="588042" cy="1426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A17381D-5148-910B-806F-AE8CA54A2A4E}"/>
              </a:ext>
            </a:extLst>
          </p:cNvPr>
          <p:cNvCxnSpPr>
            <a:cxnSpLocks/>
            <a:stCxn id="122" idx="7"/>
          </p:cNvCxnSpPr>
          <p:nvPr/>
        </p:nvCxnSpPr>
        <p:spPr>
          <a:xfrm flipV="1">
            <a:off x="7335029" y="14817563"/>
            <a:ext cx="773302" cy="7625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871DA9A-ED95-7606-36F4-D061DD9EA10A}"/>
              </a:ext>
            </a:extLst>
          </p:cNvPr>
          <p:cNvCxnSpPr>
            <a:cxnSpLocks/>
          </p:cNvCxnSpPr>
          <p:nvPr/>
        </p:nvCxnSpPr>
        <p:spPr>
          <a:xfrm flipV="1">
            <a:off x="6912955" y="14367299"/>
            <a:ext cx="718053" cy="48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E2C2CA9-777F-800D-E16A-9BE7A2318B1C}"/>
              </a:ext>
            </a:extLst>
          </p:cNvPr>
          <p:cNvCxnSpPr>
            <a:cxnSpLocks/>
          </p:cNvCxnSpPr>
          <p:nvPr/>
        </p:nvCxnSpPr>
        <p:spPr>
          <a:xfrm>
            <a:off x="9298578" y="14749813"/>
            <a:ext cx="615693" cy="673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5DAAFC7-F778-4417-204A-173E331F0576}"/>
              </a:ext>
            </a:extLst>
          </p:cNvPr>
          <p:cNvCxnSpPr>
            <a:cxnSpLocks/>
          </p:cNvCxnSpPr>
          <p:nvPr/>
        </p:nvCxnSpPr>
        <p:spPr>
          <a:xfrm flipV="1">
            <a:off x="8157441" y="14818192"/>
            <a:ext cx="417003" cy="9593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0CA904D6-513B-B0C2-E7D9-8113CE78B99C}"/>
              </a:ext>
            </a:extLst>
          </p:cNvPr>
          <p:cNvSpPr/>
          <p:nvPr/>
        </p:nvSpPr>
        <p:spPr>
          <a:xfrm>
            <a:off x="275155" y="10852908"/>
            <a:ext cx="1815947" cy="9366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Description</a:t>
            </a:r>
            <a:endParaRPr lang="en-IN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D713BF46-4FEE-34F2-D834-71469BB693F9}"/>
              </a:ext>
            </a:extLst>
          </p:cNvPr>
          <p:cNvSpPr/>
          <p:nvPr/>
        </p:nvSpPr>
        <p:spPr>
          <a:xfrm>
            <a:off x="9721927" y="15004452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Address</a:t>
            </a:r>
            <a:endParaRPr lang="en-IN" sz="1418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E4AAAAD-58CE-23AB-B33E-8341CCF2B8A0}"/>
              </a:ext>
            </a:extLst>
          </p:cNvPr>
          <p:cNvSpPr/>
          <p:nvPr/>
        </p:nvSpPr>
        <p:spPr>
          <a:xfrm>
            <a:off x="7349879" y="15799184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Phone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827B618B-9E85-218E-1D6A-DC471E113D3F}"/>
              </a:ext>
            </a:extLst>
          </p:cNvPr>
          <p:cNvSpPr/>
          <p:nvPr/>
        </p:nvSpPr>
        <p:spPr>
          <a:xfrm rot="230893">
            <a:off x="6173110" y="15430045"/>
            <a:ext cx="1340203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Supplier</a:t>
            </a:r>
          </a:p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Name</a:t>
            </a:r>
            <a:endParaRPr lang="en-IN" sz="1418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8260FDF7-F818-B6BD-27AA-DA3C62E39004}"/>
              </a:ext>
            </a:extLst>
          </p:cNvPr>
          <p:cNvSpPr/>
          <p:nvPr/>
        </p:nvSpPr>
        <p:spPr>
          <a:xfrm>
            <a:off x="5559476" y="14643153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u="sng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SupplierID</a:t>
            </a:r>
            <a:endParaRPr lang="en-IN" sz="1418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9A51FE8-31DB-8471-DF1F-1B55E6B15C90}"/>
              </a:ext>
            </a:extLst>
          </p:cNvPr>
          <p:cNvCxnSpPr>
            <a:cxnSpLocks/>
          </p:cNvCxnSpPr>
          <p:nvPr/>
        </p:nvCxnSpPr>
        <p:spPr>
          <a:xfrm>
            <a:off x="8781210" y="10347861"/>
            <a:ext cx="2136757" cy="2803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DCE7C37-C8BE-050E-F867-267095CA5140}"/>
              </a:ext>
            </a:extLst>
          </p:cNvPr>
          <p:cNvCxnSpPr>
            <a:cxnSpLocks/>
          </p:cNvCxnSpPr>
          <p:nvPr/>
        </p:nvCxnSpPr>
        <p:spPr>
          <a:xfrm>
            <a:off x="12484838" y="13329054"/>
            <a:ext cx="5880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Diamond 134">
            <a:extLst>
              <a:ext uri="{FF2B5EF4-FFF2-40B4-BE49-F238E27FC236}">
                <a16:creationId xmlns:a16="http://schemas.microsoft.com/office/drawing/2014/main" id="{84862E84-CD1E-18CE-2262-E8CF6B10D26F}"/>
              </a:ext>
            </a:extLst>
          </p:cNvPr>
          <p:cNvSpPr/>
          <p:nvPr/>
        </p:nvSpPr>
        <p:spPr>
          <a:xfrm>
            <a:off x="10043161" y="12773689"/>
            <a:ext cx="2486746" cy="111499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Receiver</a:t>
            </a:r>
            <a:endParaRPr lang="en-IN" sz="2000" b="1" dirty="0">
              <a:latin typeface="Aptos" panose="020B000402020202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7C5F8B4-16E4-73CD-2848-27A6F331D729}"/>
              </a:ext>
            </a:extLst>
          </p:cNvPr>
          <p:cNvSpPr/>
          <p:nvPr/>
        </p:nvSpPr>
        <p:spPr>
          <a:xfrm>
            <a:off x="12987484" y="13036775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REVIEW</a:t>
            </a:r>
            <a:endParaRPr lang="en-IN" sz="2000" b="1" dirty="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CBBDFD0A-1A14-A98D-EBE1-7E940923BBFE}"/>
              </a:ext>
            </a:extLst>
          </p:cNvPr>
          <p:cNvSpPr/>
          <p:nvPr/>
        </p:nvSpPr>
        <p:spPr>
          <a:xfrm>
            <a:off x="15573572" y="14646710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Review Text</a:t>
            </a:r>
            <a:endParaRPr lang="en-IN" sz="1418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991C6185-5664-EA90-46EA-8CC21F09E7BB}"/>
              </a:ext>
            </a:extLst>
          </p:cNvPr>
          <p:cNvSpPr/>
          <p:nvPr/>
        </p:nvSpPr>
        <p:spPr>
          <a:xfrm>
            <a:off x="13706168" y="14491763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Review Date</a:t>
            </a:r>
            <a:endParaRPr lang="en-IN" sz="1418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7DABB5BD-26AA-6427-FBE5-9A683C9564C1}"/>
              </a:ext>
            </a:extLst>
          </p:cNvPr>
          <p:cNvSpPr/>
          <p:nvPr/>
        </p:nvSpPr>
        <p:spPr>
          <a:xfrm>
            <a:off x="15332212" y="13448278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Rating</a:t>
            </a:r>
            <a:endParaRPr lang="en-IN" sz="1418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104A0BF7-8382-95A4-E7A8-D008596E2D32}"/>
              </a:ext>
            </a:extLst>
          </p:cNvPr>
          <p:cNvSpPr/>
          <p:nvPr/>
        </p:nvSpPr>
        <p:spPr>
          <a:xfrm>
            <a:off x="15737259" y="12454119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18" b="1" u="sng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ReviewID</a:t>
            </a:r>
            <a:endParaRPr lang="en-IN" sz="1418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EB36D14-3012-48D9-6D8C-6E78EB2D9F64}"/>
              </a:ext>
            </a:extLst>
          </p:cNvPr>
          <p:cNvCxnSpPr>
            <a:cxnSpLocks/>
          </p:cNvCxnSpPr>
          <p:nvPr/>
        </p:nvCxnSpPr>
        <p:spPr>
          <a:xfrm>
            <a:off x="14692583" y="13342437"/>
            <a:ext cx="784798" cy="3409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DC81240-3CFC-1902-4697-5E50EDA64E93}"/>
              </a:ext>
            </a:extLst>
          </p:cNvPr>
          <p:cNvCxnSpPr>
            <a:cxnSpLocks/>
          </p:cNvCxnSpPr>
          <p:nvPr/>
        </p:nvCxnSpPr>
        <p:spPr>
          <a:xfrm flipV="1">
            <a:off x="14692583" y="12855592"/>
            <a:ext cx="1086890" cy="154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211A4B6-DCE6-5377-C048-C5A0B27A194C}"/>
              </a:ext>
            </a:extLst>
          </p:cNvPr>
          <p:cNvCxnSpPr>
            <a:cxnSpLocks/>
          </p:cNvCxnSpPr>
          <p:nvPr/>
        </p:nvCxnSpPr>
        <p:spPr>
          <a:xfrm>
            <a:off x="14743161" y="13711486"/>
            <a:ext cx="1114953" cy="1072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C554830-DB2D-00EA-1B1A-AC62688837DD}"/>
              </a:ext>
            </a:extLst>
          </p:cNvPr>
          <p:cNvCxnSpPr>
            <a:cxnSpLocks/>
          </p:cNvCxnSpPr>
          <p:nvPr/>
        </p:nvCxnSpPr>
        <p:spPr>
          <a:xfrm>
            <a:off x="13875278" y="13757241"/>
            <a:ext cx="615693" cy="673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017AF9D-ECC4-4C11-C679-DDD1AF5614A3}"/>
              </a:ext>
            </a:extLst>
          </p:cNvPr>
          <p:cNvSpPr txBox="1"/>
          <p:nvPr/>
        </p:nvSpPr>
        <p:spPr>
          <a:xfrm>
            <a:off x="4206240" y="9683086"/>
            <a:ext cx="445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</a:t>
            </a:r>
            <a:endParaRPr lang="en-IN" sz="2800" b="1" dirty="0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328224D-4EFB-D74B-6DD0-9CC4780BC9A4}"/>
              </a:ext>
            </a:extLst>
          </p:cNvPr>
          <p:cNvCxnSpPr>
            <a:cxnSpLocks/>
          </p:cNvCxnSpPr>
          <p:nvPr/>
        </p:nvCxnSpPr>
        <p:spPr>
          <a:xfrm>
            <a:off x="9450978" y="14902213"/>
            <a:ext cx="615693" cy="673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93AA2980-998E-2074-9049-2834FDD3F783}"/>
              </a:ext>
            </a:extLst>
          </p:cNvPr>
          <p:cNvSpPr txBox="1"/>
          <p:nvPr/>
        </p:nvSpPr>
        <p:spPr>
          <a:xfrm>
            <a:off x="8553486" y="11387722"/>
            <a:ext cx="137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</a:t>
            </a:r>
            <a:endParaRPr lang="en-IN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E7C3CBE-3098-165A-48A5-CE96858F907D}"/>
              </a:ext>
            </a:extLst>
          </p:cNvPr>
          <p:cNvSpPr txBox="1"/>
          <p:nvPr/>
        </p:nvSpPr>
        <p:spPr>
          <a:xfrm>
            <a:off x="8640366" y="13489601"/>
            <a:ext cx="12382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A1E57E2-1C43-9E60-D1C8-957E6C3C4AC1}"/>
              </a:ext>
            </a:extLst>
          </p:cNvPr>
          <p:cNvSpPr txBox="1"/>
          <p:nvPr/>
        </p:nvSpPr>
        <p:spPr>
          <a:xfrm>
            <a:off x="10768654" y="12345638"/>
            <a:ext cx="12382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C5131B0-06C6-BF74-6B00-BE40E92A8B8C}"/>
              </a:ext>
            </a:extLst>
          </p:cNvPr>
          <p:cNvSpPr txBox="1"/>
          <p:nvPr/>
        </p:nvSpPr>
        <p:spPr>
          <a:xfrm>
            <a:off x="12514307" y="12972132"/>
            <a:ext cx="137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896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</TotalTime>
  <Words>118</Words>
  <Application>Microsoft Office PowerPoint</Application>
  <PresentationFormat>Custom</PresentationFormat>
  <Paragraphs>77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ER Diagram E-COMMERCE ORDER MANAGEMENT DATABASE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M.Joy shinola</dc:creator>
  <cp:lastModifiedBy>M.Joy shinola</cp:lastModifiedBy>
  <cp:revision>1</cp:revision>
  <dcterms:created xsi:type="dcterms:W3CDTF">2026-07-19T13:21:18Z</dcterms:created>
  <dcterms:modified xsi:type="dcterms:W3CDTF">2026-07-20T17:18:06Z</dcterms:modified>
</cp:coreProperties>
</file>