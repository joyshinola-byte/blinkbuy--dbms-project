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>
  <p:sldMasterIdLst>
    <p:sldMasterId id="2147483864" r:id="rId1"/>
  </p:sldMasterIdLst>
  <p:notesMasterIdLst>
    <p:notesMasterId r:id="rId3"/>
  </p:notesMasterIdLst>
  <p:sldIdLst>
    <p:sldId id="256" r:id="rId2"/>
  </p:sldIdLst>
  <p:sldSz cx="23363238" cy="158400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4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501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8BE5F-9FEC-4DBD-8E08-83356B6D9BE1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1143000"/>
            <a:ext cx="4552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2"/>
            <a:ext cx="5486400" cy="36004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501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A504F-E821-4346-9BC9-119217EA9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24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29601" rtl="0" eaLnBrk="1" latinLnBrk="0" hangingPunct="1">
      <a:defRPr sz="1482" kern="1200">
        <a:solidFill>
          <a:schemeClr val="tx1"/>
        </a:solidFill>
        <a:latin typeface="+mn-lt"/>
        <a:ea typeface="+mn-ea"/>
        <a:cs typeface="+mn-cs"/>
      </a:defRPr>
    </a:lvl1pPr>
    <a:lvl2pPr marL="564802" algn="l" defTabSz="1129601" rtl="0" eaLnBrk="1" latinLnBrk="0" hangingPunct="1">
      <a:defRPr sz="1482" kern="1200">
        <a:solidFill>
          <a:schemeClr val="tx1"/>
        </a:solidFill>
        <a:latin typeface="+mn-lt"/>
        <a:ea typeface="+mn-ea"/>
        <a:cs typeface="+mn-cs"/>
      </a:defRPr>
    </a:lvl2pPr>
    <a:lvl3pPr marL="1129601" algn="l" defTabSz="1129601" rtl="0" eaLnBrk="1" latinLnBrk="0" hangingPunct="1">
      <a:defRPr sz="1482" kern="1200">
        <a:solidFill>
          <a:schemeClr val="tx1"/>
        </a:solidFill>
        <a:latin typeface="+mn-lt"/>
        <a:ea typeface="+mn-ea"/>
        <a:cs typeface="+mn-cs"/>
      </a:defRPr>
    </a:lvl3pPr>
    <a:lvl4pPr marL="1694400" algn="l" defTabSz="1129601" rtl="0" eaLnBrk="1" latinLnBrk="0" hangingPunct="1">
      <a:defRPr sz="1482" kern="1200">
        <a:solidFill>
          <a:schemeClr val="tx1"/>
        </a:solidFill>
        <a:latin typeface="+mn-lt"/>
        <a:ea typeface="+mn-ea"/>
        <a:cs typeface="+mn-cs"/>
      </a:defRPr>
    </a:lvl4pPr>
    <a:lvl5pPr marL="2259201" algn="l" defTabSz="1129601" rtl="0" eaLnBrk="1" latinLnBrk="0" hangingPunct="1">
      <a:defRPr sz="1482" kern="1200">
        <a:solidFill>
          <a:schemeClr val="tx1"/>
        </a:solidFill>
        <a:latin typeface="+mn-lt"/>
        <a:ea typeface="+mn-ea"/>
        <a:cs typeface="+mn-cs"/>
      </a:defRPr>
    </a:lvl5pPr>
    <a:lvl6pPr marL="2824001" algn="l" defTabSz="1129601" rtl="0" eaLnBrk="1" latinLnBrk="0" hangingPunct="1">
      <a:defRPr sz="1482" kern="1200">
        <a:solidFill>
          <a:schemeClr val="tx1"/>
        </a:solidFill>
        <a:latin typeface="+mn-lt"/>
        <a:ea typeface="+mn-ea"/>
        <a:cs typeface="+mn-cs"/>
      </a:defRPr>
    </a:lvl6pPr>
    <a:lvl7pPr marL="3388802" algn="l" defTabSz="1129601" rtl="0" eaLnBrk="1" latinLnBrk="0" hangingPunct="1">
      <a:defRPr sz="1482" kern="1200">
        <a:solidFill>
          <a:schemeClr val="tx1"/>
        </a:solidFill>
        <a:latin typeface="+mn-lt"/>
        <a:ea typeface="+mn-ea"/>
        <a:cs typeface="+mn-cs"/>
      </a:defRPr>
    </a:lvl7pPr>
    <a:lvl8pPr marL="3953603" algn="l" defTabSz="1129601" rtl="0" eaLnBrk="1" latinLnBrk="0" hangingPunct="1">
      <a:defRPr sz="1482" kern="1200">
        <a:solidFill>
          <a:schemeClr val="tx1"/>
        </a:solidFill>
        <a:latin typeface="+mn-lt"/>
        <a:ea typeface="+mn-ea"/>
        <a:cs typeface="+mn-cs"/>
      </a:defRPr>
    </a:lvl8pPr>
    <a:lvl9pPr marL="4518400" algn="l" defTabSz="1129601" rtl="0" eaLnBrk="1" latinLnBrk="0" hangingPunct="1">
      <a:defRPr sz="148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2525" y="1143000"/>
            <a:ext cx="45529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A504F-E821-4346-9BC9-119217EA99C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295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243" y="2592347"/>
            <a:ext cx="19858752" cy="5514693"/>
          </a:xfrm>
        </p:spPr>
        <p:txBody>
          <a:bodyPr anchor="b"/>
          <a:lstStyle>
            <a:lvl1pPr algn="ctr">
              <a:defRPr sz="1385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0405" y="8319707"/>
            <a:ext cx="17522429" cy="3824350"/>
          </a:xfrm>
        </p:spPr>
        <p:txBody>
          <a:bodyPr/>
          <a:lstStyle>
            <a:lvl1pPr marL="0" indent="0" algn="ctr">
              <a:buNone/>
              <a:defRPr sz="5543"/>
            </a:lvl1pPr>
            <a:lvl2pPr marL="1055995" indent="0" algn="ctr">
              <a:buNone/>
              <a:defRPr sz="4619"/>
            </a:lvl2pPr>
            <a:lvl3pPr marL="2111990" indent="0" algn="ctr">
              <a:buNone/>
              <a:defRPr sz="4157"/>
            </a:lvl3pPr>
            <a:lvl4pPr marL="3167985" indent="0" algn="ctr">
              <a:buNone/>
              <a:defRPr sz="3696"/>
            </a:lvl4pPr>
            <a:lvl5pPr marL="4223979" indent="0" algn="ctr">
              <a:buNone/>
              <a:defRPr sz="3696"/>
            </a:lvl5pPr>
            <a:lvl6pPr marL="5279974" indent="0" algn="ctr">
              <a:buNone/>
              <a:defRPr sz="3696"/>
            </a:lvl6pPr>
            <a:lvl7pPr marL="6335969" indent="0" algn="ctr">
              <a:buNone/>
              <a:defRPr sz="3696"/>
            </a:lvl7pPr>
            <a:lvl8pPr marL="7391964" indent="0" algn="ctr">
              <a:buNone/>
              <a:defRPr sz="3696"/>
            </a:lvl8pPr>
            <a:lvl9pPr marL="8447959" indent="0" algn="ctr">
              <a:buNone/>
              <a:defRPr sz="369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472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31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055" y="3949023"/>
            <a:ext cx="20150793" cy="6589030"/>
          </a:xfrm>
        </p:spPr>
        <p:txBody>
          <a:bodyPr anchor="b"/>
          <a:lstStyle>
            <a:lvl1pPr>
              <a:defRPr sz="1385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4055" y="10600388"/>
            <a:ext cx="20150793" cy="3465015"/>
          </a:xfrm>
        </p:spPr>
        <p:txBody>
          <a:bodyPr/>
          <a:lstStyle>
            <a:lvl1pPr marL="0" indent="0">
              <a:buNone/>
              <a:defRPr sz="5543">
                <a:solidFill>
                  <a:schemeClr val="tx1">
                    <a:tint val="82000"/>
                  </a:schemeClr>
                </a:solidFill>
              </a:defRPr>
            </a:lvl1pPr>
            <a:lvl2pPr marL="1055995" indent="0">
              <a:buNone/>
              <a:defRPr sz="4619">
                <a:solidFill>
                  <a:schemeClr val="tx1">
                    <a:tint val="82000"/>
                  </a:schemeClr>
                </a:solidFill>
              </a:defRPr>
            </a:lvl2pPr>
            <a:lvl3pPr marL="2111990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3pPr>
            <a:lvl4pPr marL="3167985" indent="0">
              <a:buNone/>
              <a:defRPr sz="3696">
                <a:solidFill>
                  <a:schemeClr val="tx1">
                    <a:tint val="82000"/>
                  </a:schemeClr>
                </a:solidFill>
              </a:defRPr>
            </a:lvl4pPr>
            <a:lvl5pPr marL="4223979" indent="0">
              <a:buNone/>
              <a:defRPr sz="3696">
                <a:solidFill>
                  <a:schemeClr val="tx1">
                    <a:tint val="82000"/>
                  </a:schemeClr>
                </a:solidFill>
              </a:defRPr>
            </a:lvl5pPr>
            <a:lvl6pPr marL="5279974" indent="0">
              <a:buNone/>
              <a:defRPr sz="3696">
                <a:solidFill>
                  <a:schemeClr val="tx1">
                    <a:tint val="82000"/>
                  </a:schemeClr>
                </a:solidFill>
              </a:defRPr>
            </a:lvl6pPr>
            <a:lvl7pPr marL="6335969" indent="0">
              <a:buNone/>
              <a:defRPr sz="3696">
                <a:solidFill>
                  <a:schemeClr val="tx1">
                    <a:tint val="82000"/>
                  </a:schemeClr>
                </a:solidFill>
              </a:defRPr>
            </a:lvl7pPr>
            <a:lvl8pPr marL="7391964" indent="0">
              <a:buNone/>
              <a:defRPr sz="3696">
                <a:solidFill>
                  <a:schemeClr val="tx1">
                    <a:tint val="82000"/>
                  </a:schemeClr>
                </a:solidFill>
              </a:defRPr>
            </a:lvl8pPr>
            <a:lvl9pPr marL="8447959" indent="0">
              <a:buNone/>
              <a:defRPr sz="36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78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6223" y="4216687"/>
            <a:ext cx="9929376" cy="100503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27639" y="4216687"/>
            <a:ext cx="9929376" cy="100503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434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9266" y="843341"/>
            <a:ext cx="20150793" cy="306168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9268" y="3883019"/>
            <a:ext cx="9883743" cy="1903008"/>
          </a:xfrm>
        </p:spPr>
        <p:txBody>
          <a:bodyPr anchor="b"/>
          <a:lstStyle>
            <a:lvl1pPr marL="0" indent="0">
              <a:buNone/>
              <a:defRPr sz="5543" b="1"/>
            </a:lvl1pPr>
            <a:lvl2pPr marL="1055995" indent="0">
              <a:buNone/>
              <a:defRPr sz="4619" b="1"/>
            </a:lvl2pPr>
            <a:lvl3pPr marL="2111990" indent="0">
              <a:buNone/>
              <a:defRPr sz="4157" b="1"/>
            </a:lvl3pPr>
            <a:lvl4pPr marL="3167985" indent="0">
              <a:buNone/>
              <a:defRPr sz="3696" b="1"/>
            </a:lvl4pPr>
            <a:lvl5pPr marL="4223979" indent="0">
              <a:buNone/>
              <a:defRPr sz="3696" b="1"/>
            </a:lvl5pPr>
            <a:lvl6pPr marL="5279974" indent="0">
              <a:buNone/>
              <a:defRPr sz="3696" b="1"/>
            </a:lvl6pPr>
            <a:lvl7pPr marL="6335969" indent="0">
              <a:buNone/>
              <a:defRPr sz="3696" b="1"/>
            </a:lvl7pPr>
            <a:lvl8pPr marL="7391964" indent="0">
              <a:buNone/>
              <a:defRPr sz="3696" b="1"/>
            </a:lvl8pPr>
            <a:lvl9pPr marL="8447959" indent="0">
              <a:buNone/>
              <a:defRPr sz="369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09268" y="5786027"/>
            <a:ext cx="9883743" cy="8510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27641" y="3883019"/>
            <a:ext cx="9932419" cy="1903008"/>
          </a:xfrm>
        </p:spPr>
        <p:txBody>
          <a:bodyPr anchor="b"/>
          <a:lstStyle>
            <a:lvl1pPr marL="0" indent="0">
              <a:buNone/>
              <a:defRPr sz="5543" b="1"/>
            </a:lvl1pPr>
            <a:lvl2pPr marL="1055995" indent="0">
              <a:buNone/>
              <a:defRPr sz="4619" b="1"/>
            </a:lvl2pPr>
            <a:lvl3pPr marL="2111990" indent="0">
              <a:buNone/>
              <a:defRPr sz="4157" b="1"/>
            </a:lvl3pPr>
            <a:lvl4pPr marL="3167985" indent="0">
              <a:buNone/>
              <a:defRPr sz="3696" b="1"/>
            </a:lvl4pPr>
            <a:lvl5pPr marL="4223979" indent="0">
              <a:buNone/>
              <a:defRPr sz="3696" b="1"/>
            </a:lvl5pPr>
            <a:lvl6pPr marL="5279974" indent="0">
              <a:buNone/>
              <a:defRPr sz="3696" b="1"/>
            </a:lvl6pPr>
            <a:lvl7pPr marL="6335969" indent="0">
              <a:buNone/>
              <a:defRPr sz="3696" b="1"/>
            </a:lvl7pPr>
            <a:lvl8pPr marL="7391964" indent="0">
              <a:buNone/>
              <a:defRPr sz="3696" b="1"/>
            </a:lvl8pPr>
            <a:lvl9pPr marL="8447959" indent="0">
              <a:buNone/>
              <a:defRPr sz="369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27641" y="5786027"/>
            <a:ext cx="9932419" cy="8510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1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48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57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9266" y="1056005"/>
            <a:ext cx="7535252" cy="3696018"/>
          </a:xfrm>
        </p:spPr>
        <p:txBody>
          <a:bodyPr anchor="b"/>
          <a:lstStyle>
            <a:lvl1pPr>
              <a:defRPr sz="739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2419" y="2280681"/>
            <a:ext cx="11827639" cy="11256720"/>
          </a:xfrm>
        </p:spPr>
        <p:txBody>
          <a:bodyPr/>
          <a:lstStyle>
            <a:lvl1pPr>
              <a:defRPr sz="7391"/>
            </a:lvl1pPr>
            <a:lvl2pPr>
              <a:defRPr sz="6467"/>
            </a:lvl2pPr>
            <a:lvl3pPr>
              <a:defRPr sz="5543"/>
            </a:lvl3pPr>
            <a:lvl4pPr>
              <a:defRPr sz="4619"/>
            </a:lvl4pPr>
            <a:lvl5pPr>
              <a:defRPr sz="4619"/>
            </a:lvl5pPr>
            <a:lvl6pPr>
              <a:defRPr sz="4619"/>
            </a:lvl6pPr>
            <a:lvl7pPr>
              <a:defRPr sz="4619"/>
            </a:lvl7pPr>
            <a:lvl8pPr>
              <a:defRPr sz="4619"/>
            </a:lvl8pPr>
            <a:lvl9pPr>
              <a:defRPr sz="461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9266" y="4752022"/>
            <a:ext cx="7535252" cy="8803710"/>
          </a:xfrm>
        </p:spPr>
        <p:txBody>
          <a:bodyPr/>
          <a:lstStyle>
            <a:lvl1pPr marL="0" indent="0">
              <a:buNone/>
              <a:defRPr sz="3696"/>
            </a:lvl1pPr>
            <a:lvl2pPr marL="1055995" indent="0">
              <a:buNone/>
              <a:defRPr sz="3234"/>
            </a:lvl2pPr>
            <a:lvl3pPr marL="2111990" indent="0">
              <a:buNone/>
              <a:defRPr sz="2772"/>
            </a:lvl3pPr>
            <a:lvl4pPr marL="3167985" indent="0">
              <a:buNone/>
              <a:defRPr sz="2310"/>
            </a:lvl4pPr>
            <a:lvl5pPr marL="4223979" indent="0">
              <a:buNone/>
              <a:defRPr sz="2310"/>
            </a:lvl5pPr>
            <a:lvl6pPr marL="5279974" indent="0">
              <a:buNone/>
              <a:defRPr sz="2310"/>
            </a:lvl6pPr>
            <a:lvl7pPr marL="6335969" indent="0">
              <a:buNone/>
              <a:defRPr sz="2310"/>
            </a:lvl7pPr>
            <a:lvl8pPr marL="7391964" indent="0">
              <a:buNone/>
              <a:defRPr sz="2310"/>
            </a:lvl8pPr>
            <a:lvl9pPr marL="8447959" indent="0">
              <a:buNone/>
              <a:defRPr sz="231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934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9266" y="1056005"/>
            <a:ext cx="7535252" cy="3696018"/>
          </a:xfrm>
        </p:spPr>
        <p:txBody>
          <a:bodyPr anchor="b"/>
          <a:lstStyle>
            <a:lvl1pPr>
              <a:defRPr sz="739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32419" y="2280681"/>
            <a:ext cx="11827639" cy="11256720"/>
          </a:xfrm>
        </p:spPr>
        <p:txBody>
          <a:bodyPr anchor="t"/>
          <a:lstStyle>
            <a:lvl1pPr marL="0" indent="0">
              <a:buNone/>
              <a:defRPr sz="7391"/>
            </a:lvl1pPr>
            <a:lvl2pPr marL="1055995" indent="0">
              <a:buNone/>
              <a:defRPr sz="6467"/>
            </a:lvl2pPr>
            <a:lvl3pPr marL="2111990" indent="0">
              <a:buNone/>
              <a:defRPr sz="5543"/>
            </a:lvl3pPr>
            <a:lvl4pPr marL="3167985" indent="0">
              <a:buNone/>
              <a:defRPr sz="4619"/>
            </a:lvl4pPr>
            <a:lvl5pPr marL="4223979" indent="0">
              <a:buNone/>
              <a:defRPr sz="4619"/>
            </a:lvl5pPr>
            <a:lvl6pPr marL="5279974" indent="0">
              <a:buNone/>
              <a:defRPr sz="4619"/>
            </a:lvl6pPr>
            <a:lvl7pPr marL="6335969" indent="0">
              <a:buNone/>
              <a:defRPr sz="4619"/>
            </a:lvl7pPr>
            <a:lvl8pPr marL="7391964" indent="0">
              <a:buNone/>
              <a:defRPr sz="4619"/>
            </a:lvl8pPr>
            <a:lvl9pPr marL="8447959" indent="0">
              <a:buNone/>
              <a:defRPr sz="461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9266" y="4752022"/>
            <a:ext cx="7535252" cy="8803710"/>
          </a:xfrm>
        </p:spPr>
        <p:txBody>
          <a:bodyPr/>
          <a:lstStyle>
            <a:lvl1pPr marL="0" indent="0">
              <a:buNone/>
              <a:defRPr sz="3696"/>
            </a:lvl1pPr>
            <a:lvl2pPr marL="1055995" indent="0">
              <a:buNone/>
              <a:defRPr sz="3234"/>
            </a:lvl2pPr>
            <a:lvl3pPr marL="2111990" indent="0">
              <a:buNone/>
              <a:defRPr sz="2772"/>
            </a:lvl3pPr>
            <a:lvl4pPr marL="3167985" indent="0">
              <a:buNone/>
              <a:defRPr sz="2310"/>
            </a:lvl4pPr>
            <a:lvl5pPr marL="4223979" indent="0">
              <a:buNone/>
              <a:defRPr sz="2310"/>
            </a:lvl5pPr>
            <a:lvl6pPr marL="5279974" indent="0">
              <a:buNone/>
              <a:defRPr sz="2310"/>
            </a:lvl6pPr>
            <a:lvl7pPr marL="6335969" indent="0">
              <a:buNone/>
              <a:defRPr sz="2310"/>
            </a:lvl7pPr>
            <a:lvl8pPr marL="7391964" indent="0">
              <a:buNone/>
              <a:defRPr sz="2310"/>
            </a:lvl8pPr>
            <a:lvl9pPr marL="8447959" indent="0">
              <a:buNone/>
              <a:defRPr sz="231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150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943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719319" y="843338"/>
            <a:ext cx="5037698" cy="1342373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224" y="843338"/>
            <a:ext cx="14821054" cy="1342373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7DB5-FE28-45F3-B483-AC656A0DF9B0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27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6223" y="843341"/>
            <a:ext cx="20150793" cy="30616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223" y="4216687"/>
            <a:ext cx="20150793" cy="10050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06222" y="14681406"/>
            <a:ext cx="5256729" cy="843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2C7DB5-FE28-45F3-B483-AC656A0DF9B0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39073" y="14681406"/>
            <a:ext cx="7885093" cy="843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00287" y="14681406"/>
            <a:ext cx="5256729" cy="843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3388D-A04D-455D-ACBB-DD8DFA1F91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8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2111990" rtl="0" eaLnBrk="1" latinLnBrk="0" hangingPunct="1">
        <a:lnSpc>
          <a:spcPct val="90000"/>
        </a:lnSpc>
        <a:spcBef>
          <a:spcPct val="0"/>
        </a:spcBef>
        <a:buNone/>
        <a:defRPr sz="101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27997" indent="-527997" algn="l" defTabSz="2111990" rtl="0" eaLnBrk="1" latinLnBrk="0" hangingPunct="1">
        <a:lnSpc>
          <a:spcPct val="90000"/>
        </a:lnSpc>
        <a:spcBef>
          <a:spcPts val="2310"/>
        </a:spcBef>
        <a:buFont typeface="Arial" panose="020B0604020202020204" pitchFamily="34" charset="0"/>
        <a:buChar char="•"/>
        <a:defRPr sz="6467" kern="1200">
          <a:solidFill>
            <a:schemeClr val="tx1"/>
          </a:solidFill>
          <a:latin typeface="+mn-lt"/>
          <a:ea typeface="+mn-ea"/>
          <a:cs typeface="+mn-cs"/>
        </a:defRPr>
      </a:lvl1pPr>
      <a:lvl2pPr marL="1583992" indent="-527997" algn="l" defTabSz="2111990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5543" kern="1200">
          <a:solidFill>
            <a:schemeClr val="tx1"/>
          </a:solidFill>
          <a:latin typeface="+mn-lt"/>
          <a:ea typeface="+mn-ea"/>
          <a:cs typeface="+mn-cs"/>
        </a:defRPr>
      </a:lvl2pPr>
      <a:lvl3pPr marL="2639987" indent="-527997" algn="l" defTabSz="2111990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4619" kern="1200">
          <a:solidFill>
            <a:schemeClr val="tx1"/>
          </a:solidFill>
          <a:latin typeface="+mn-lt"/>
          <a:ea typeface="+mn-ea"/>
          <a:cs typeface="+mn-cs"/>
        </a:defRPr>
      </a:lvl3pPr>
      <a:lvl4pPr marL="3695982" indent="-527997" algn="l" defTabSz="2111990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4157" kern="1200">
          <a:solidFill>
            <a:schemeClr val="tx1"/>
          </a:solidFill>
          <a:latin typeface="+mn-lt"/>
          <a:ea typeface="+mn-ea"/>
          <a:cs typeface="+mn-cs"/>
        </a:defRPr>
      </a:lvl4pPr>
      <a:lvl5pPr marL="4751977" indent="-527997" algn="l" defTabSz="2111990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4157" kern="1200">
          <a:solidFill>
            <a:schemeClr val="tx1"/>
          </a:solidFill>
          <a:latin typeface="+mn-lt"/>
          <a:ea typeface="+mn-ea"/>
          <a:cs typeface="+mn-cs"/>
        </a:defRPr>
      </a:lvl5pPr>
      <a:lvl6pPr marL="5807972" indent="-527997" algn="l" defTabSz="2111990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4157" kern="1200">
          <a:solidFill>
            <a:schemeClr val="tx1"/>
          </a:solidFill>
          <a:latin typeface="+mn-lt"/>
          <a:ea typeface="+mn-ea"/>
          <a:cs typeface="+mn-cs"/>
        </a:defRPr>
      </a:lvl6pPr>
      <a:lvl7pPr marL="6863966" indent="-527997" algn="l" defTabSz="2111990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4157" kern="1200">
          <a:solidFill>
            <a:schemeClr val="tx1"/>
          </a:solidFill>
          <a:latin typeface="+mn-lt"/>
          <a:ea typeface="+mn-ea"/>
          <a:cs typeface="+mn-cs"/>
        </a:defRPr>
      </a:lvl7pPr>
      <a:lvl8pPr marL="7919961" indent="-527997" algn="l" defTabSz="2111990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4157" kern="1200">
          <a:solidFill>
            <a:schemeClr val="tx1"/>
          </a:solidFill>
          <a:latin typeface="+mn-lt"/>
          <a:ea typeface="+mn-ea"/>
          <a:cs typeface="+mn-cs"/>
        </a:defRPr>
      </a:lvl8pPr>
      <a:lvl9pPr marL="8975956" indent="-527997" algn="l" defTabSz="2111990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41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11990" rtl="0" eaLnBrk="1" latinLnBrk="0" hangingPunct="1">
        <a:defRPr sz="4157" kern="1200">
          <a:solidFill>
            <a:schemeClr val="tx1"/>
          </a:solidFill>
          <a:latin typeface="+mn-lt"/>
          <a:ea typeface="+mn-ea"/>
          <a:cs typeface="+mn-cs"/>
        </a:defRPr>
      </a:lvl1pPr>
      <a:lvl2pPr marL="1055995" algn="l" defTabSz="2111990" rtl="0" eaLnBrk="1" latinLnBrk="0" hangingPunct="1">
        <a:defRPr sz="4157" kern="1200">
          <a:solidFill>
            <a:schemeClr val="tx1"/>
          </a:solidFill>
          <a:latin typeface="+mn-lt"/>
          <a:ea typeface="+mn-ea"/>
          <a:cs typeface="+mn-cs"/>
        </a:defRPr>
      </a:lvl2pPr>
      <a:lvl3pPr marL="2111990" algn="l" defTabSz="2111990" rtl="0" eaLnBrk="1" latinLnBrk="0" hangingPunct="1">
        <a:defRPr sz="4157" kern="1200">
          <a:solidFill>
            <a:schemeClr val="tx1"/>
          </a:solidFill>
          <a:latin typeface="+mn-lt"/>
          <a:ea typeface="+mn-ea"/>
          <a:cs typeface="+mn-cs"/>
        </a:defRPr>
      </a:lvl3pPr>
      <a:lvl4pPr marL="3167985" algn="l" defTabSz="2111990" rtl="0" eaLnBrk="1" latinLnBrk="0" hangingPunct="1">
        <a:defRPr sz="4157" kern="1200">
          <a:solidFill>
            <a:schemeClr val="tx1"/>
          </a:solidFill>
          <a:latin typeface="+mn-lt"/>
          <a:ea typeface="+mn-ea"/>
          <a:cs typeface="+mn-cs"/>
        </a:defRPr>
      </a:lvl4pPr>
      <a:lvl5pPr marL="4223979" algn="l" defTabSz="2111990" rtl="0" eaLnBrk="1" latinLnBrk="0" hangingPunct="1">
        <a:defRPr sz="4157" kern="1200">
          <a:solidFill>
            <a:schemeClr val="tx1"/>
          </a:solidFill>
          <a:latin typeface="+mn-lt"/>
          <a:ea typeface="+mn-ea"/>
          <a:cs typeface="+mn-cs"/>
        </a:defRPr>
      </a:lvl5pPr>
      <a:lvl6pPr marL="5279974" algn="l" defTabSz="2111990" rtl="0" eaLnBrk="1" latinLnBrk="0" hangingPunct="1">
        <a:defRPr sz="4157" kern="1200">
          <a:solidFill>
            <a:schemeClr val="tx1"/>
          </a:solidFill>
          <a:latin typeface="+mn-lt"/>
          <a:ea typeface="+mn-ea"/>
          <a:cs typeface="+mn-cs"/>
        </a:defRPr>
      </a:lvl6pPr>
      <a:lvl7pPr marL="6335969" algn="l" defTabSz="2111990" rtl="0" eaLnBrk="1" latinLnBrk="0" hangingPunct="1">
        <a:defRPr sz="4157" kern="1200">
          <a:solidFill>
            <a:schemeClr val="tx1"/>
          </a:solidFill>
          <a:latin typeface="+mn-lt"/>
          <a:ea typeface="+mn-ea"/>
          <a:cs typeface="+mn-cs"/>
        </a:defRPr>
      </a:lvl7pPr>
      <a:lvl8pPr marL="7391964" algn="l" defTabSz="2111990" rtl="0" eaLnBrk="1" latinLnBrk="0" hangingPunct="1">
        <a:defRPr sz="4157" kern="1200">
          <a:solidFill>
            <a:schemeClr val="tx1"/>
          </a:solidFill>
          <a:latin typeface="+mn-lt"/>
          <a:ea typeface="+mn-ea"/>
          <a:cs typeface="+mn-cs"/>
        </a:defRPr>
      </a:lvl8pPr>
      <a:lvl9pPr marL="8447959" algn="l" defTabSz="2111990" rtl="0" eaLnBrk="1" latinLnBrk="0" hangingPunct="1">
        <a:defRPr sz="41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1E93-B177-92E9-EE8E-A3DED3E58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3445545" y="1"/>
            <a:ext cx="16127555" cy="2243926"/>
          </a:xfrm>
        </p:spPr>
        <p:txBody>
          <a:bodyPr>
            <a:normAutofit/>
          </a:bodyPr>
          <a:lstStyle/>
          <a:p>
            <a:r>
              <a:rPr lang="en-IN" sz="5400" b="1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ER Diagram E-COMMERCE ORDER MANAGEMENT DATABASE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31D1C7-7FB3-EE7A-EE38-0457BEC32662}"/>
              </a:ext>
            </a:extLst>
          </p:cNvPr>
          <p:cNvSpPr/>
          <p:nvPr/>
        </p:nvSpPr>
        <p:spPr>
          <a:xfrm>
            <a:off x="4888806" y="4512052"/>
            <a:ext cx="1912059" cy="7646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924963-CBFC-72F3-1306-5A83641048C0}"/>
              </a:ext>
            </a:extLst>
          </p:cNvPr>
          <p:cNvSpPr/>
          <p:nvPr/>
        </p:nvSpPr>
        <p:spPr>
          <a:xfrm>
            <a:off x="2534713" y="4746788"/>
            <a:ext cx="1714854" cy="98211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PHONE</a:t>
            </a:r>
            <a:endParaRPr lang="en-IN" sz="2000" dirty="0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9573DA8D-7807-F544-44B4-E0A10206AF9A}"/>
              </a:ext>
            </a:extLst>
          </p:cNvPr>
          <p:cNvSpPr/>
          <p:nvPr/>
        </p:nvSpPr>
        <p:spPr>
          <a:xfrm>
            <a:off x="7604995" y="4484750"/>
            <a:ext cx="1595266" cy="96889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056A1-4572-CB02-53BD-8973211198F0}"/>
              </a:ext>
            </a:extLst>
          </p:cNvPr>
          <p:cNvSpPr txBox="1"/>
          <p:nvPr/>
        </p:nvSpPr>
        <p:spPr>
          <a:xfrm>
            <a:off x="4974544" y="4729066"/>
            <a:ext cx="2675273" cy="48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21" b="1" dirty="0"/>
              <a:t>CUSTOMER</a:t>
            </a:r>
            <a:endParaRPr lang="en-IN" sz="2521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06BBF6-C428-BDBD-B669-4CF644E68226}"/>
              </a:ext>
            </a:extLst>
          </p:cNvPr>
          <p:cNvCxnSpPr>
            <a:cxnSpLocks/>
          </p:cNvCxnSpPr>
          <p:nvPr/>
        </p:nvCxnSpPr>
        <p:spPr>
          <a:xfrm flipH="1">
            <a:off x="4286129" y="5001448"/>
            <a:ext cx="579045" cy="3220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55CB61-CA3A-6E9F-A708-A260F0159130}"/>
              </a:ext>
            </a:extLst>
          </p:cNvPr>
          <p:cNvCxnSpPr>
            <a:cxnSpLocks/>
          </p:cNvCxnSpPr>
          <p:nvPr/>
        </p:nvCxnSpPr>
        <p:spPr>
          <a:xfrm>
            <a:off x="4903644" y="3668789"/>
            <a:ext cx="246398" cy="8774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04F0F9-D7EA-F068-737D-C0011498E1D0}"/>
              </a:ext>
            </a:extLst>
          </p:cNvPr>
          <p:cNvCxnSpPr/>
          <p:nvPr/>
        </p:nvCxnSpPr>
        <p:spPr>
          <a:xfrm>
            <a:off x="4367778" y="4106090"/>
            <a:ext cx="492795" cy="5344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E5F3ED-AE7E-2E33-A260-6BE8F9A3284C}"/>
              </a:ext>
            </a:extLst>
          </p:cNvPr>
          <p:cNvCxnSpPr>
            <a:cxnSpLocks/>
          </p:cNvCxnSpPr>
          <p:nvPr/>
        </p:nvCxnSpPr>
        <p:spPr>
          <a:xfrm flipV="1">
            <a:off x="5567042" y="3890786"/>
            <a:ext cx="454213" cy="638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53FD15-372D-F4A6-EA53-6E34A8C7F9EE}"/>
              </a:ext>
            </a:extLst>
          </p:cNvPr>
          <p:cNvCxnSpPr>
            <a:cxnSpLocks/>
          </p:cNvCxnSpPr>
          <p:nvPr/>
        </p:nvCxnSpPr>
        <p:spPr>
          <a:xfrm flipV="1">
            <a:off x="6807613" y="4961240"/>
            <a:ext cx="784711" cy="79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0348582-BC67-5E4E-F4C1-72229CF6F357}"/>
              </a:ext>
            </a:extLst>
          </p:cNvPr>
          <p:cNvSpPr/>
          <p:nvPr/>
        </p:nvSpPr>
        <p:spPr>
          <a:xfrm>
            <a:off x="2335049" y="3288542"/>
            <a:ext cx="2178957" cy="13520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Customer ID</a:t>
            </a:r>
            <a:endParaRPr lang="en-IN" b="1" u="sng" dirty="0">
              <a:solidFill>
                <a:schemeClr val="accent5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  <a:p>
            <a:pPr algn="ctr"/>
            <a:endParaRPr lang="en-IN" sz="1418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EA958A-51A2-F37C-864A-C6012E04CDD0}"/>
              </a:ext>
            </a:extLst>
          </p:cNvPr>
          <p:cNvSpPr/>
          <p:nvPr/>
        </p:nvSpPr>
        <p:spPr>
          <a:xfrm>
            <a:off x="4031376" y="2706524"/>
            <a:ext cx="1714854" cy="98211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9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Name</a:t>
            </a:r>
            <a:endParaRPr lang="en-IN" sz="189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1B7885-D73E-217C-E39C-6E0C4296E102}"/>
              </a:ext>
            </a:extLst>
          </p:cNvPr>
          <p:cNvSpPr/>
          <p:nvPr/>
        </p:nvSpPr>
        <p:spPr>
          <a:xfrm>
            <a:off x="5660133" y="2997962"/>
            <a:ext cx="1714854" cy="98211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E2C5AC-4ED6-04B5-9074-41E0A371E7D3}"/>
              </a:ext>
            </a:extLst>
          </p:cNvPr>
          <p:cNvSpPr txBox="1"/>
          <p:nvPr/>
        </p:nvSpPr>
        <p:spPr>
          <a:xfrm>
            <a:off x="6003229" y="3288541"/>
            <a:ext cx="1595266" cy="383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9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Email</a:t>
            </a:r>
            <a:endParaRPr lang="en-IN" sz="189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F9CAB9-F229-14C0-3403-3D6E23F271E7}"/>
              </a:ext>
            </a:extLst>
          </p:cNvPr>
          <p:cNvSpPr txBox="1"/>
          <p:nvPr/>
        </p:nvSpPr>
        <p:spPr>
          <a:xfrm>
            <a:off x="4515434" y="3963120"/>
            <a:ext cx="2176680" cy="4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521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9F19A2C-0195-E6F2-F726-4E2CDBC1ADFE}"/>
              </a:ext>
            </a:extLst>
          </p:cNvPr>
          <p:cNvCxnSpPr>
            <a:cxnSpLocks/>
          </p:cNvCxnSpPr>
          <p:nvPr/>
        </p:nvCxnSpPr>
        <p:spPr>
          <a:xfrm flipV="1">
            <a:off x="9192577" y="4978395"/>
            <a:ext cx="423018" cy="79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87D6ACE-048E-CC60-A386-B6E2449373B2}"/>
              </a:ext>
            </a:extLst>
          </p:cNvPr>
          <p:cNvSpPr/>
          <p:nvPr/>
        </p:nvSpPr>
        <p:spPr>
          <a:xfrm>
            <a:off x="9615598" y="4729066"/>
            <a:ext cx="1595267" cy="5944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032F791-6738-3636-B75C-3687986B6CE2}"/>
              </a:ext>
            </a:extLst>
          </p:cNvPr>
          <p:cNvCxnSpPr>
            <a:cxnSpLocks/>
          </p:cNvCxnSpPr>
          <p:nvPr/>
        </p:nvCxnSpPr>
        <p:spPr>
          <a:xfrm>
            <a:off x="9349460" y="4086350"/>
            <a:ext cx="356604" cy="6604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2E03FCA-5B3C-30C9-9D6B-9E3A74B7D4F5}"/>
              </a:ext>
            </a:extLst>
          </p:cNvPr>
          <p:cNvCxnSpPr>
            <a:cxnSpLocks/>
          </p:cNvCxnSpPr>
          <p:nvPr/>
        </p:nvCxnSpPr>
        <p:spPr>
          <a:xfrm flipH="1">
            <a:off x="10114657" y="3815026"/>
            <a:ext cx="339330" cy="9317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6D40FF6-DC86-A29E-DFCD-227DF64B2A5D}"/>
              </a:ext>
            </a:extLst>
          </p:cNvPr>
          <p:cNvCxnSpPr>
            <a:cxnSpLocks/>
          </p:cNvCxnSpPr>
          <p:nvPr/>
        </p:nvCxnSpPr>
        <p:spPr>
          <a:xfrm flipH="1">
            <a:off x="11140271" y="4129690"/>
            <a:ext cx="336726" cy="59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29008A2-5D46-38EC-B2C5-9150B8B9E6B3}"/>
              </a:ext>
            </a:extLst>
          </p:cNvPr>
          <p:cNvCxnSpPr>
            <a:cxnSpLocks/>
            <a:endCxn id="159" idx="0"/>
          </p:cNvCxnSpPr>
          <p:nvPr/>
        </p:nvCxnSpPr>
        <p:spPr>
          <a:xfrm>
            <a:off x="10430190" y="5351441"/>
            <a:ext cx="28067" cy="19843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A437BE41-7EF8-DE8B-2C5A-8204D572E7D1}"/>
              </a:ext>
            </a:extLst>
          </p:cNvPr>
          <p:cNvSpPr/>
          <p:nvPr/>
        </p:nvSpPr>
        <p:spPr>
          <a:xfrm>
            <a:off x="8248527" y="3142301"/>
            <a:ext cx="1714854" cy="98211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OrderID</a:t>
            </a:r>
            <a:endParaRPr lang="en-IN" sz="2000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DA06030-83A3-85B0-B2BF-D8AE7B2B8F2F}"/>
              </a:ext>
            </a:extLst>
          </p:cNvPr>
          <p:cNvSpPr/>
          <p:nvPr/>
        </p:nvSpPr>
        <p:spPr>
          <a:xfrm>
            <a:off x="9913675" y="2970394"/>
            <a:ext cx="1714854" cy="8623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83955D7-DAA2-1BDA-E539-E06D1FF531A5}"/>
              </a:ext>
            </a:extLst>
          </p:cNvPr>
          <p:cNvSpPr/>
          <p:nvPr/>
        </p:nvSpPr>
        <p:spPr>
          <a:xfrm>
            <a:off x="11371212" y="3477963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767F73-512F-8413-CF43-008AE9E5BAE8}"/>
              </a:ext>
            </a:extLst>
          </p:cNvPr>
          <p:cNvSpPr txBox="1"/>
          <p:nvPr/>
        </p:nvSpPr>
        <p:spPr>
          <a:xfrm>
            <a:off x="9726689" y="4873242"/>
            <a:ext cx="2132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ORDER</a:t>
            </a:r>
            <a:endParaRPr lang="en-IN" sz="24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DB963F5-A1FB-270F-CD8C-BB50FDE2A5F8}"/>
              </a:ext>
            </a:extLst>
          </p:cNvPr>
          <p:cNvSpPr txBox="1"/>
          <p:nvPr/>
        </p:nvSpPr>
        <p:spPr>
          <a:xfrm>
            <a:off x="10073170" y="3142301"/>
            <a:ext cx="2682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Order Date</a:t>
            </a:r>
            <a:endParaRPr lang="en-IN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67E614F-9197-03ED-46A9-8F7A7EC0B50A}"/>
              </a:ext>
            </a:extLst>
          </p:cNvPr>
          <p:cNvSpPr txBox="1"/>
          <p:nvPr/>
        </p:nvSpPr>
        <p:spPr>
          <a:xfrm>
            <a:off x="11629959" y="3742383"/>
            <a:ext cx="1575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Status</a:t>
            </a:r>
            <a:endParaRPr lang="en-IN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6" name="Diamond 85">
            <a:extLst>
              <a:ext uri="{FF2B5EF4-FFF2-40B4-BE49-F238E27FC236}">
                <a16:creationId xmlns:a16="http://schemas.microsoft.com/office/drawing/2014/main" id="{21A51C8A-F42B-F002-9A99-A2DE5BD013EA}"/>
              </a:ext>
            </a:extLst>
          </p:cNvPr>
          <p:cNvSpPr/>
          <p:nvPr/>
        </p:nvSpPr>
        <p:spPr>
          <a:xfrm>
            <a:off x="11555777" y="4595966"/>
            <a:ext cx="1388026" cy="96889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5A47146-9E86-BF66-A83A-C03906400647}"/>
              </a:ext>
            </a:extLst>
          </p:cNvPr>
          <p:cNvCxnSpPr>
            <a:cxnSpLocks/>
          </p:cNvCxnSpPr>
          <p:nvPr/>
        </p:nvCxnSpPr>
        <p:spPr>
          <a:xfrm>
            <a:off x="11214142" y="5080415"/>
            <a:ext cx="381792" cy="66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DF68343-AD8A-82C2-87D0-6750A42C1D6F}"/>
              </a:ext>
            </a:extLst>
          </p:cNvPr>
          <p:cNvCxnSpPr>
            <a:cxnSpLocks/>
          </p:cNvCxnSpPr>
          <p:nvPr/>
        </p:nvCxnSpPr>
        <p:spPr>
          <a:xfrm flipH="1">
            <a:off x="12943803" y="5087063"/>
            <a:ext cx="5240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03EA6665-D15E-935E-1B77-72485E32BAA9}"/>
              </a:ext>
            </a:extLst>
          </p:cNvPr>
          <p:cNvSpPr/>
          <p:nvPr/>
        </p:nvSpPr>
        <p:spPr>
          <a:xfrm>
            <a:off x="13467874" y="4873242"/>
            <a:ext cx="1723681" cy="5803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A5B43B5-D98B-8CBE-008C-EB6F827BF4D7}"/>
              </a:ext>
            </a:extLst>
          </p:cNvPr>
          <p:cNvCxnSpPr>
            <a:cxnSpLocks/>
          </p:cNvCxnSpPr>
          <p:nvPr/>
        </p:nvCxnSpPr>
        <p:spPr>
          <a:xfrm flipH="1" flipV="1">
            <a:off x="11190461" y="5310066"/>
            <a:ext cx="2508159" cy="28708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B605183-61EF-27DB-8057-5E713E33B563}"/>
              </a:ext>
            </a:extLst>
          </p:cNvPr>
          <p:cNvCxnSpPr>
            <a:cxnSpLocks/>
          </p:cNvCxnSpPr>
          <p:nvPr/>
        </p:nvCxnSpPr>
        <p:spPr>
          <a:xfrm>
            <a:off x="14660942" y="5475871"/>
            <a:ext cx="1054682" cy="1043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BB1EB53-DF34-7A59-D15A-FB672216CA88}"/>
              </a:ext>
            </a:extLst>
          </p:cNvPr>
          <p:cNvCxnSpPr>
            <a:cxnSpLocks/>
          </p:cNvCxnSpPr>
          <p:nvPr/>
        </p:nvCxnSpPr>
        <p:spPr>
          <a:xfrm flipH="1" flipV="1">
            <a:off x="15160387" y="5453640"/>
            <a:ext cx="2272377" cy="563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E0A903D-36A7-C4FD-21E6-B929D0B1B58A}"/>
              </a:ext>
            </a:extLst>
          </p:cNvPr>
          <p:cNvCxnSpPr>
            <a:cxnSpLocks/>
          </p:cNvCxnSpPr>
          <p:nvPr/>
        </p:nvCxnSpPr>
        <p:spPr>
          <a:xfrm flipH="1">
            <a:off x="15191552" y="5087064"/>
            <a:ext cx="818235" cy="885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7AABE85-63A5-3952-7BE2-E98D4B778D27}"/>
              </a:ext>
            </a:extLst>
          </p:cNvPr>
          <p:cNvCxnSpPr>
            <a:cxnSpLocks/>
          </p:cNvCxnSpPr>
          <p:nvPr/>
        </p:nvCxnSpPr>
        <p:spPr>
          <a:xfrm flipH="1">
            <a:off x="15160387" y="4471187"/>
            <a:ext cx="492705" cy="423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61FB60B-DE82-D172-0C1A-E113ABB23934}"/>
              </a:ext>
            </a:extLst>
          </p:cNvPr>
          <p:cNvCxnSpPr>
            <a:cxnSpLocks/>
          </p:cNvCxnSpPr>
          <p:nvPr/>
        </p:nvCxnSpPr>
        <p:spPr>
          <a:xfrm flipH="1">
            <a:off x="14045593" y="4280908"/>
            <a:ext cx="284120" cy="623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A1640DF6-7167-B524-AC06-DDED06E11026}"/>
              </a:ext>
            </a:extLst>
          </p:cNvPr>
          <p:cNvSpPr/>
          <p:nvPr/>
        </p:nvSpPr>
        <p:spPr>
          <a:xfrm>
            <a:off x="13582738" y="3557329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07853562-97FC-3348-01F4-3CFEF62C6A6F}"/>
              </a:ext>
            </a:extLst>
          </p:cNvPr>
          <p:cNvSpPr/>
          <p:nvPr/>
        </p:nvSpPr>
        <p:spPr>
          <a:xfrm>
            <a:off x="15499119" y="3900221"/>
            <a:ext cx="168331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7128C1C3-DAFD-08EC-1537-FF2F0B9CAB41}"/>
              </a:ext>
            </a:extLst>
          </p:cNvPr>
          <p:cNvSpPr/>
          <p:nvPr/>
        </p:nvSpPr>
        <p:spPr>
          <a:xfrm>
            <a:off x="16009786" y="4807854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DBEDDA0-5BA4-CABD-317F-A8F1D581D73D}"/>
              </a:ext>
            </a:extLst>
          </p:cNvPr>
          <p:cNvSpPr/>
          <p:nvPr/>
        </p:nvSpPr>
        <p:spPr>
          <a:xfrm>
            <a:off x="17185232" y="5715487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EFD4E944-ADF0-8EF6-223F-4F7DD2AB4834}"/>
              </a:ext>
            </a:extLst>
          </p:cNvPr>
          <p:cNvSpPr/>
          <p:nvPr/>
        </p:nvSpPr>
        <p:spPr>
          <a:xfrm>
            <a:off x="15653091" y="6175261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46A42C7-7E6A-7C14-5BCD-9006BF2C9B28}"/>
              </a:ext>
            </a:extLst>
          </p:cNvPr>
          <p:cNvCxnSpPr>
            <a:cxnSpLocks/>
          </p:cNvCxnSpPr>
          <p:nvPr/>
        </p:nvCxnSpPr>
        <p:spPr>
          <a:xfrm flipH="1" flipV="1">
            <a:off x="15000821" y="8160315"/>
            <a:ext cx="1008965" cy="52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Diamond 120">
            <a:extLst>
              <a:ext uri="{FF2B5EF4-FFF2-40B4-BE49-F238E27FC236}">
                <a16:creationId xmlns:a16="http://schemas.microsoft.com/office/drawing/2014/main" id="{8D5E4D60-D1F0-0DEB-5755-755D2F04B3E4}"/>
              </a:ext>
            </a:extLst>
          </p:cNvPr>
          <p:cNvSpPr/>
          <p:nvPr/>
        </p:nvSpPr>
        <p:spPr>
          <a:xfrm>
            <a:off x="13510447" y="7701999"/>
            <a:ext cx="1559908" cy="96889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Has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7E1AB45-F9B5-1A1A-0576-F59571AA3A5F}"/>
              </a:ext>
            </a:extLst>
          </p:cNvPr>
          <p:cNvSpPr/>
          <p:nvPr/>
        </p:nvSpPr>
        <p:spPr>
          <a:xfrm>
            <a:off x="15732725" y="7815538"/>
            <a:ext cx="1723681" cy="7494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44853CF-D17E-5115-8862-085E114A38B1}"/>
              </a:ext>
            </a:extLst>
          </p:cNvPr>
          <p:cNvCxnSpPr>
            <a:cxnSpLocks/>
          </p:cNvCxnSpPr>
          <p:nvPr/>
        </p:nvCxnSpPr>
        <p:spPr>
          <a:xfrm>
            <a:off x="17432763" y="8333971"/>
            <a:ext cx="885144" cy="62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4775341-C401-E02E-9BBF-7ACABE75ADF6}"/>
              </a:ext>
            </a:extLst>
          </p:cNvPr>
          <p:cNvCxnSpPr>
            <a:cxnSpLocks/>
          </p:cNvCxnSpPr>
          <p:nvPr/>
        </p:nvCxnSpPr>
        <p:spPr>
          <a:xfrm>
            <a:off x="16666692" y="8564999"/>
            <a:ext cx="1532141" cy="19103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945809D-17A3-10E6-A727-CB36AF464E02}"/>
              </a:ext>
            </a:extLst>
          </p:cNvPr>
          <p:cNvCxnSpPr>
            <a:cxnSpLocks/>
          </p:cNvCxnSpPr>
          <p:nvPr/>
        </p:nvCxnSpPr>
        <p:spPr>
          <a:xfrm>
            <a:off x="17456406" y="8579037"/>
            <a:ext cx="908477" cy="636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94CA7BB1-C04C-8341-0831-A0E6411A538E}"/>
              </a:ext>
            </a:extLst>
          </p:cNvPr>
          <p:cNvCxnSpPr>
            <a:cxnSpLocks/>
          </p:cNvCxnSpPr>
          <p:nvPr/>
        </p:nvCxnSpPr>
        <p:spPr>
          <a:xfrm flipV="1">
            <a:off x="17432764" y="7577911"/>
            <a:ext cx="981972" cy="42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5EC29DF-08EA-2D34-B7C7-67C24256C60D}"/>
              </a:ext>
            </a:extLst>
          </p:cNvPr>
          <p:cNvCxnSpPr>
            <a:cxnSpLocks/>
          </p:cNvCxnSpPr>
          <p:nvPr/>
        </p:nvCxnSpPr>
        <p:spPr>
          <a:xfrm>
            <a:off x="17127312" y="8579037"/>
            <a:ext cx="2005488" cy="20352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035EA0AF-3140-BCD6-650F-28950A60C680}"/>
              </a:ext>
            </a:extLst>
          </p:cNvPr>
          <p:cNvSpPr/>
          <p:nvPr/>
        </p:nvSpPr>
        <p:spPr>
          <a:xfrm>
            <a:off x="18139601" y="6917765"/>
            <a:ext cx="1631517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340F870F-F3B5-BB90-43C4-654A904A1D72}"/>
              </a:ext>
            </a:extLst>
          </p:cNvPr>
          <p:cNvSpPr/>
          <p:nvPr/>
        </p:nvSpPr>
        <p:spPr>
          <a:xfrm>
            <a:off x="18277168" y="7970042"/>
            <a:ext cx="1975555" cy="92700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Shipment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IN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Date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98B1D3A6-AC3B-9C93-DABC-D6F454CBD18F}"/>
              </a:ext>
            </a:extLst>
          </p:cNvPr>
          <p:cNvSpPr/>
          <p:nvPr/>
        </p:nvSpPr>
        <p:spPr>
          <a:xfrm>
            <a:off x="18299435" y="8975098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C1460902-FDB8-4B92-CFD4-8713F4527E10}"/>
              </a:ext>
            </a:extLst>
          </p:cNvPr>
          <p:cNvSpPr/>
          <p:nvPr/>
        </p:nvSpPr>
        <p:spPr>
          <a:xfrm>
            <a:off x="18955359" y="10544418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A0AE0A77-AED1-C8D9-9F0F-46D2663DE09D}"/>
              </a:ext>
            </a:extLst>
          </p:cNvPr>
          <p:cNvSpPr/>
          <p:nvPr/>
        </p:nvSpPr>
        <p:spPr>
          <a:xfrm>
            <a:off x="17128360" y="10421853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59" name="Diamond 158">
            <a:extLst>
              <a:ext uri="{FF2B5EF4-FFF2-40B4-BE49-F238E27FC236}">
                <a16:creationId xmlns:a16="http://schemas.microsoft.com/office/drawing/2014/main" id="{5E72297F-CA44-4A36-B6BB-23D09D1782D9}"/>
              </a:ext>
            </a:extLst>
          </p:cNvPr>
          <p:cNvSpPr/>
          <p:nvPr/>
        </p:nvSpPr>
        <p:spPr>
          <a:xfrm>
            <a:off x="9764244" y="7335771"/>
            <a:ext cx="1388026" cy="968892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/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99313410-192A-3440-6E47-36608F4A982A}"/>
              </a:ext>
            </a:extLst>
          </p:cNvPr>
          <p:cNvCxnSpPr>
            <a:cxnSpLocks/>
          </p:cNvCxnSpPr>
          <p:nvPr/>
        </p:nvCxnSpPr>
        <p:spPr>
          <a:xfrm flipH="1">
            <a:off x="10431753" y="8254108"/>
            <a:ext cx="42576" cy="1135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628D4AA-C66C-FC68-737C-CBFA3287EBC0}"/>
              </a:ext>
            </a:extLst>
          </p:cNvPr>
          <p:cNvSpPr/>
          <p:nvPr/>
        </p:nvSpPr>
        <p:spPr>
          <a:xfrm>
            <a:off x="10444223" y="9346384"/>
            <a:ext cx="1723681" cy="7494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39661C10-143F-4548-3DB2-F7F170EAFB3D}"/>
              </a:ext>
            </a:extLst>
          </p:cNvPr>
          <p:cNvSpPr/>
          <p:nvPr/>
        </p:nvSpPr>
        <p:spPr>
          <a:xfrm>
            <a:off x="4205834" y="9376570"/>
            <a:ext cx="1723681" cy="7494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67" name="Diamond 166">
            <a:extLst>
              <a:ext uri="{FF2B5EF4-FFF2-40B4-BE49-F238E27FC236}">
                <a16:creationId xmlns:a16="http://schemas.microsoft.com/office/drawing/2014/main" id="{23C2F228-389F-BADD-3461-9FFB886FAA38}"/>
              </a:ext>
            </a:extLst>
          </p:cNvPr>
          <p:cNvSpPr/>
          <p:nvPr/>
        </p:nvSpPr>
        <p:spPr>
          <a:xfrm>
            <a:off x="6800866" y="9213080"/>
            <a:ext cx="1697114" cy="112992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80C2236C-5E95-1B8E-2B9B-F5121D7F27EA}"/>
              </a:ext>
            </a:extLst>
          </p:cNvPr>
          <p:cNvCxnSpPr>
            <a:cxnSpLocks/>
          </p:cNvCxnSpPr>
          <p:nvPr/>
        </p:nvCxnSpPr>
        <p:spPr>
          <a:xfrm flipH="1">
            <a:off x="5935840" y="9781738"/>
            <a:ext cx="8717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263443D5-81BB-4ED2-D65A-F9060E2455FF}"/>
              </a:ext>
            </a:extLst>
          </p:cNvPr>
          <p:cNvCxnSpPr>
            <a:cxnSpLocks/>
          </p:cNvCxnSpPr>
          <p:nvPr/>
        </p:nvCxnSpPr>
        <p:spPr>
          <a:xfrm>
            <a:off x="11804315" y="10109200"/>
            <a:ext cx="481492" cy="9198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F50E6204-4061-D82E-CB7C-92D23F3CB31E}"/>
              </a:ext>
            </a:extLst>
          </p:cNvPr>
          <p:cNvCxnSpPr>
            <a:cxnSpLocks/>
          </p:cNvCxnSpPr>
          <p:nvPr/>
        </p:nvCxnSpPr>
        <p:spPr>
          <a:xfrm flipH="1">
            <a:off x="10827772" y="10119350"/>
            <a:ext cx="42576" cy="1135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2E644669-8A95-5C5A-6C7C-2E72AAD35612}"/>
              </a:ext>
            </a:extLst>
          </p:cNvPr>
          <p:cNvCxnSpPr>
            <a:cxnSpLocks/>
          </p:cNvCxnSpPr>
          <p:nvPr/>
        </p:nvCxnSpPr>
        <p:spPr>
          <a:xfrm flipH="1">
            <a:off x="9527762" y="10109200"/>
            <a:ext cx="312804" cy="9366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732A7CD9-AF05-EC64-F83F-55D063CCBE80}"/>
              </a:ext>
            </a:extLst>
          </p:cNvPr>
          <p:cNvCxnSpPr>
            <a:cxnSpLocks/>
          </p:cNvCxnSpPr>
          <p:nvPr/>
        </p:nvCxnSpPr>
        <p:spPr>
          <a:xfrm flipH="1" flipV="1">
            <a:off x="8421196" y="9801620"/>
            <a:ext cx="644517" cy="235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96E95C2-8AC5-680C-D888-8D15C7BB9E72}"/>
              </a:ext>
            </a:extLst>
          </p:cNvPr>
          <p:cNvCxnSpPr>
            <a:cxnSpLocks/>
          </p:cNvCxnSpPr>
          <p:nvPr/>
        </p:nvCxnSpPr>
        <p:spPr>
          <a:xfrm flipH="1">
            <a:off x="12180374" y="9798923"/>
            <a:ext cx="739698" cy="15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Oval 182">
            <a:extLst>
              <a:ext uri="{FF2B5EF4-FFF2-40B4-BE49-F238E27FC236}">
                <a16:creationId xmlns:a16="http://schemas.microsoft.com/office/drawing/2014/main" id="{247782CF-4894-D361-90C2-EE14A7659EF7}"/>
              </a:ext>
            </a:extLst>
          </p:cNvPr>
          <p:cNvSpPr/>
          <p:nvPr/>
        </p:nvSpPr>
        <p:spPr>
          <a:xfrm>
            <a:off x="9049843" y="9443242"/>
            <a:ext cx="1188182" cy="74946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Order Item ID</a:t>
            </a:r>
            <a:endParaRPr lang="en-IN" sz="1600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4727EF6-F65E-C407-BCC6-753320893866}"/>
              </a:ext>
            </a:extLst>
          </p:cNvPr>
          <p:cNvCxnSpPr>
            <a:cxnSpLocks/>
            <a:stCxn id="163" idx="1"/>
          </p:cNvCxnSpPr>
          <p:nvPr/>
        </p:nvCxnSpPr>
        <p:spPr>
          <a:xfrm flipH="1">
            <a:off x="10158566" y="9721115"/>
            <a:ext cx="285657" cy="724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>
            <a:extLst>
              <a:ext uri="{FF2B5EF4-FFF2-40B4-BE49-F238E27FC236}">
                <a16:creationId xmlns:a16="http://schemas.microsoft.com/office/drawing/2014/main" id="{E589D301-D11D-3342-6623-24840B4770FE}"/>
              </a:ext>
            </a:extLst>
          </p:cNvPr>
          <p:cNvSpPr/>
          <p:nvPr/>
        </p:nvSpPr>
        <p:spPr>
          <a:xfrm>
            <a:off x="8710252" y="10908849"/>
            <a:ext cx="1574069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Quantity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F4FF53A4-9C47-D0E4-4FD0-F9EADB756955}"/>
              </a:ext>
            </a:extLst>
          </p:cNvPr>
          <p:cNvSpPr/>
          <p:nvPr/>
        </p:nvSpPr>
        <p:spPr>
          <a:xfrm>
            <a:off x="10284322" y="11254584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D3973C5F-17D8-1E4D-DE71-FFDA13484BA3}"/>
              </a:ext>
            </a:extLst>
          </p:cNvPr>
          <p:cNvSpPr/>
          <p:nvPr/>
        </p:nvSpPr>
        <p:spPr>
          <a:xfrm>
            <a:off x="11816095" y="10961590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B16D8C06-C6A9-D7F9-36C8-1978DFC45203}"/>
              </a:ext>
            </a:extLst>
          </p:cNvPr>
          <p:cNvSpPr/>
          <p:nvPr/>
        </p:nvSpPr>
        <p:spPr>
          <a:xfrm>
            <a:off x="12864396" y="9443242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3A2B4A53-245D-AF9A-1080-99B3E74FABC7}"/>
              </a:ext>
            </a:extLst>
          </p:cNvPr>
          <p:cNvCxnSpPr>
            <a:cxnSpLocks/>
          </p:cNvCxnSpPr>
          <p:nvPr/>
        </p:nvCxnSpPr>
        <p:spPr>
          <a:xfrm>
            <a:off x="3757898" y="8456766"/>
            <a:ext cx="481492" cy="9198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1909292C-D8FF-EB22-7FB4-DB7F6182F31E}"/>
              </a:ext>
            </a:extLst>
          </p:cNvPr>
          <p:cNvCxnSpPr>
            <a:cxnSpLocks/>
          </p:cNvCxnSpPr>
          <p:nvPr/>
        </p:nvCxnSpPr>
        <p:spPr>
          <a:xfrm>
            <a:off x="3509342" y="9213080"/>
            <a:ext cx="740509" cy="4626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B699B564-462C-6D76-18D5-784D55ACA932}"/>
              </a:ext>
            </a:extLst>
          </p:cNvPr>
          <p:cNvSpPr/>
          <p:nvPr/>
        </p:nvSpPr>
        <p:spPr>
          <a:xfrm>
            <a:off x="3284401" y="7815538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DB4FD83D-8BE4-5562-3743-C700C05A2377}"/>
              </a:ext>
            </a:extLst>
          </p:cNvPr>
          <p:cNvSpPr/>
          <p:nvPr/>
        </p:nvSpPr>
        <p:spPr>
          <a:xfrm>
            <a:off x="2160849" y="8545998"/>
            <a:ext cx="1455238" cy="9198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4E07A13-0B3E-EDCF-3FB8-60A4914E125E}"/>
              </a:ext>
            </a:extLst>
          </p:cNvPr>
          <p:cNvCxnSpPr>
            <a:cxnSpLocks/>
          </p:cNvCxnSpPr>
          <p:nvPr/>
        </p:nvCxnSpPr>
        <p:spPr>
          <a:xfrm flipH="1">
            <a:off x="3235683" y="10112100"/>
            <a:ext cx="1013884" cy="5021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124C90F-0556-1A8D-83B2-322F00710FDD}"/>
              </a:ext>
            </a:extLst>
          </p:cNvPr>
          <p:cNvCxnSpPr>
            <a:cxnSpLocks/>
          </p:cNvCxnSpPr>
          <p:nvPr/>
        </p:nvCxnSpPr>
        <p:spPr>
          <a:xfrm flipH="1">
            <a:off x="2799611" y="9954016"/>
            <a:ext cx="1406223" cy="1720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3A1177CC-8FCE-9588-1EC7-D052954B8CC0}"/>
              </a:ext>
            </a:extLst>
          </p:cNvPr>
          <p:cNvCxnSpPr>
            <a:cxnSpLocks/>
          </p:cNvCxnSpPr>
          <p:nvPr/>
        </p:nvCxnSpPr>
        <p:spPr>
          <a:xfrm flipV="1">
            <a:off x="3828451" y="10129605"/>
            <a:ext cx="1378492" cy="9214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Oval 219">
            <a:extLst>
              <a:ext uri="{FF2B5EF4-FFF2-40B4-BE49-F238E27FC236}">
                <a16:creationId xmlns:a16="http://schemas.microsoft.com/office/drawing/2014/main" id="{1F640839-F55A-D37B-6A3F-65176BA2A828}"/>
              </a:ext>
            </a:extLst>
          </p:cNvPr>
          <p:cNvSpPr/>
          <p:nvPr/>
        </p:nvSpPr>
        <p:spPr>
          <a:xfrm>
            <a:off x="1715187" y="9672391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8EB1C75A-322C-849E-E388-5854B20BCFF1}"/>
              </a:ext>
            </a:extLst>
          </p:cNvPr>
          <p:cNvSpPr/>
          <p:nvPr/>
        </p:nvSpPr>
        <p:spPr>
          <a:xfrm>
            <a:off x="3360814" y="10963804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69C48C63-68BD-D31E-888E-0CE7B510523B}"/>
              </a:ext>
            </a:extLst>
          </p:cNvPr>
          <p:cNvSpPr/>
          <p:nvPr/>
        </p:nvSpPr>
        <p:spPr>
          <a:xfrm>
            <a:off x="2048702" y="10515653"/>
            <a:ext cx="1493950" cy="8029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18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1390208-1E76-B292-2A33-FE468270CD3F}"/>
              </a:ext>
            </a:extLst>
          </p:cNvPr>
          <p:cNvSpPr txBox="1"/>
          <p:nvPr/>
        </p:nvSpPr>
        <p:spPr>
          <a:xfrm flipH="1">
            <a:off x="11808121" y="4870227"/>
            <a:ext cx="1428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Has</a:t>
            </a:r>
            <a:endParaRPr lang="en-IN" sz="2400" b="1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C745852-15ED-B005-F111-6293BDDC075C}"/>
              </a:ext>
            </a:extLst>
          </p:cNvPr>
          <p:cNvSpPr txBox="1"/>
          <p:nvPr/>
        </p:nvSpPr>
        <p:spPr>
          <a:xfrm>
            <a:off x="13502352" y="4926497"/>
            <a:ext cx="1804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PAYMENT</a:t>
            </a:r>
            <a:endParaRPr lang="en-IN" sz="2800" b="1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4A4A2103-640F-B382-E200-A219965AA875}"/>
              </a:ext>
            </a:extLst>
          </p:cNvPr>
          <p:cNvSpPr txBox="1"/>
          <p:nvPr/>
        </p:nvSpPr>
        <p:spPr>
          <a:xfrm>
            <a:off x="13628269" y="3716857"/>
            <a:ext cx="1566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Payment</a:t>
            </a:r>
            <a:r>
              <a:rPr lang="en-US" u="sng" dirty="0"/>
              <a:t> </a:t>
            </a:r>
            <a:r>
              <a:rPr lang="en-US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ID</a:t>
            </a:r>
            <a:endParaRPr lang="en-IN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CC2449FD-8CF6-727A-5EBD-439DCD7B089A}"/>
              </a:ext>
            </a:extLst>
          </p:cNvPr>
          <p:cNvSpPr txBox="1"/>
          <p:nvPr/>
        </p:nvSpPr>
        <p:spPr>
          <a:xfrm>
            <a:off x="15541987" y="4165544"/>
            <a:ext cx="178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Payment Date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B90D52F-F73E-027A-D287-3E020C929B3F}"/>
              </a:ext>
            </a:extLst>
          </p:cNvPr>
          <p:cNvSpPr txBox="1"/>
          <p:nvPr/>
        </p:nvSpPr>
        <p:spPr>
          <a:xfrm>
            <a:off x="16144356" y="4935557"/>
            <a:ext cx="1589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Payment Method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18CF77A-C8DA-9208-7723-6ECCC9F2F728}"/>
              </a:ext>
            </a:extLst>
          </p:cNvPr>
          <p:cNvSpPr txBox="1"/>
          <p:nvPr/>
        </p:nvSpPr>
        <p:spPr>
          <a:xfrm>
            <a:off x="17378053" y="5924128"/>
            <a:ext cx="1798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Amount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D8FBE7E-6349-53CE-649B-BE7EE3C26B67}"/>
              </a:ext>
            </a:extLst>
          </p:cNvPr>
          <p:cNvSpPr txBox="1"/>
          <p:nvPr/>
        </p:nvSpPr>
        <p:spPr>
          <a:xfrm>
            <a:off x="15847590" y="6295501"/>
            <a:ext cx="1493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Payment Status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05E5CCD5-AEFE-ACCF-99DA-E41A6609C95E}"/>
              </a:ext>
            </a:extLst>
          </p:cNvPr>
          <p:cNvSpPr txBox="1"/>
          <p:nvPr/>
        </p:nvSpPr>
        <p:spPr>
          <a:xfrm>
            <a:off x="15653092" y="8018021"/>
            <a:ext cx="2233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SHIPMENT</a:t>
            </a:r>
            <a:endParaRPr lang="en-IN" sz="2800" b="1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3BC73DF6-880C-8E68-310A-DEABAB6146EC}"/>
              </a:ext>
            </a:extLst>
          </p:cNvPr>
          <p:cNvSpPr txBox="1"/>
          <p:nvPr/>
        </p:nvSpPr>
        <p:spPr>
          <a:xfrm>
            <a:off x="18139602" y="7106398"/>
            <a:ext cx="1683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Shipment Id</a:t>
            </a:r>
            <a:endParaRPr lang="en-IN" sz="2000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C5A26063-D5E4-0795-830C-12FD1D1DBD69}"/>
              </a:ext>
            </a:extLst>
          </p:cNvPr>
          <p:cNvSpPr txBox="1"/>
          <p:nvPr/>
        </p:nvSpPr>
        <p:spPr>
          <a:xfrm>
            <a:off x="19046410" y="5728900"/>
            <a:ext cx="123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34971AA7-E027-6E20-DCBF-2753EBA26C83}"/>
              </a:ext>
            </a:extLst>
          </p:cNvPr>
          <p:cNvSpPr txBox="1"/>
          <p:nvPr/>
        </p:nvSpPr>
        <p:spPr>
          <a:xfrm>
            <a:off x="18622310" y="9146376"/>
            <a:ext cx="1213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Delivery Date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64376060-AD5E-B12C-25DD-84EEFFD08DD0}"/>
              </a:ext>
            </a:extLst>
          </p:cNvPr>
          <p:cNvSpPr txBox="1"/>
          <p:nvPr/>
        </p:nvSpPr>
        <p:spPr>
          <a:xfrm>
            <a:off x="19149481" y="10614247"/>
            <a:ext cx="1493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Tracking Number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95168E2-3E02-4CE3-01F2-24329194F22C}"/>
              </a:ext>
            </a:extLst>
          </p:cNvPr>
          <p:cNvSpPr txBox="1"/>
          <p:nvPr/>
        </p:nvSpPr>
        <p:spPr>
          <a:xfrm>
            <a:off x="17317600" y="10553391"/>
            <a:ext cx="1493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Shipment Status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A887E2C3-5A9F-34D4-D231-5D6C8FC3F4EF}"/>
              </a:ext>
            </a:extLst>
          </p:cNvPr>
          <p:cNvSpPr txBox="1"/>
          <p:nvPr/>
        </p:nvSpPr>
        <p:spPr>
          <a:xfrm>
            <a:off x="9818726" y="7577911"/>
            <a:ext cx="1737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Contains</a:t>
            </a:r>
            <a:endParaRPr lang="en-IN" sz="2000" b="1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BF7EFAC-4AB8-5104-E9A1-9DDEA983CF4B}"/>
              </a:ext>
            </a:extLst>
          </p:cNvPr>
          <p:cNvSpPr txBox="1"/>
          <p:nvPr/>
        </p:nvSpPr>
        <p:spPr>
          <a:xfrm>
            <a:off x="10428303" y="9389342"/>
            <a:ext cx="2012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ORDERITEM</a:t>
            </a:r>
            <a:endParaRPr lang="en-IN" sz="2400" b="1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3EA366CA-ADDC-1ECF-E932-ABE0F39F56D7}"/>
              </a:ext>
            </a:extLst>
          </p:cNvPr>
          <p:cNvSpPr txBox="1"/>
          <p:nvPr/>
        </p:nvSpPr>
        <p:spPr>
          <a:xfrm>
            <a:off x="13189143" y="9675765"/>
            <a:ext cx="925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Price</a:t>
            </a:r>
            <a:endParaRPr lang="en-IN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A555FCFD-A254-9A95-D8C6-C02B536681B9}"/>
              </a:ext>
            </a:extLst>
          </p:cNvPr>
          <p:cNvSpPr txBox="1"/>
          <p:nvPr/>
        </p:nvSpPr>
        <p:spPr>
          <a:xfrm>
            <a:off x="11993307" y="11042358"/>
            <a:ext cx="1818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Product ID(FK)</a:t>
            </a:r>
            <a:endParaRPr lang="en-IN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1BAA5938-5111-AFD4-83AD-B8D9EE23B5AD}"/>
              </a:ext>
            </a:extLst>
          </p:cNvPr>
          <p:cNvSpPr txBox="1"/>
          <p:nvPr/>
        </p:nvSpPr>
        <p:spPr>
          <a:xfrm>
            <a:off x="10614032" y="11347363"/>
            <a:ext cx="138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Order ID(FK)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7995C3B7-FB24-44C5-677F-B4DF62A3D7D8}"/>
              </a:ext>
            </a:extLst>
          </p:cNvPr>
          <p:cNvSpPr txBox="1"/>
          <p:nvPr/>
        </p:nvSpPr>
        <p:spPr>
          <a:xfrm>
            <a:off x="6899667" y="9545878"/>
            <a:ext cx="1619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Appears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</a:t>
            </a:r>
            <a:endParaRPr lang="en-IN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AE6562C-AEC4-8ACC-39F7-AAF64A5B0B3A}"/>
              </a:ext>
            </a:extLst>
          </p:cNvPr>
          <p:cNvSpPr txBox="1"/>
          <p:nvPr/>
        </p:nvSpPr>
        <p:spPr>
          <a:xfrm>
            <a:off x="7885540" y="4729066"/>
            <a:ext cx="1542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Places</a:t>
            </a:r>
            <a:endParaRPr lang="en-IN" sz="2400" b="1" dirty="0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05FA8DE6-D8A1-1C07-372A-D62ADB1722D1}"/>
              </a:ext>
            </a:extLst>
          </p:cNvPr>
          <p:cNvSpPr txBox="1"/>
          <p:nvPr/>
        </p:nvSpPr>
        <p:spPr>
          <a:xfrm>
            <a:off x="4367778" y="9443242"/>
            <a:ext cx="1723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PRODUCT</a:t>
            </a:r>
            <a:endParaRPr lang="en-IN" sz="2000" b="1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AF8E2F43-3AEF-AA29-6874-2828FAE5DB05}"/>
              </a:ext>
            </a:extLst>
          </p:cNvPr>
          <p:cNvSpPr txBox="1"/>
          <p:nvPr/>
        </p:nvSpPr>
        <p:spPr>
          <a:xfrm>
            <a:off x="3433568" y="8017350"/>
            <a:ext cx="145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Product ID</a:t>
            </a:r>
            <a:endParaRPr lang="en-IN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0FE886F3-97B3-FD95-FA7B-4354049158FA}"/>
              </a:ext>
            </a:extLst>
          </p:cNvPr>
          <p:cNvSpPr txBox="1"/>
          <p:nvPr/>
        </p:nvSpPr>
        <p:spPr>
          <a:xfrm>
            <a:off x="2335049" y="8760672"/>
            <a:ext cx="1073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Product Name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F81C6747-A49F-2985-6C87-112935294683}"/>
              </a:ext>
            </a:extLst>
          </p:cNvPr>
          <p:cNvSpPr txBox="1"/>
          <p:nvPr/>
        </p:nvSpPr>
        <p:spPr>
          <a:xfrm>
            <a:off x="1835515" y="9943429"/>
            <a:ext cx="1299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Category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747B00C7-792D-B420-2580-33E827726BBF}"/>
              </a:ext>
            </a:extLst>
          </p:cNvPr>
          <p:cNvSpPr txBox="1"/>
          <p:nvPr/>
        </p:nvSpPr>
        <p:spPr>
          <a:xfrm>
            <a:off x="2160849" y="10758438"/>
            <a:ext cx="1348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Price</a:t>
            </a:r>
            <a:endParaRPr lang="en-IN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834F38F6-EF4B-9583-8125-41F9B6246F23}"/>
              </a:ext>
            </a:extLst>
          </p:cNvPr>
          <p:cNvSpPr txBox="1"/>
          <p:nvPr/>
        </p:nvSpPr>
        <p:spPr>
          <a:xfrm>
            <a:off x="3616086" y="11122761"/>
            <a:ext cx="1287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Stock</a:t>
            </a:r>
            <a:endParaRPr lang="en-IN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C18ADD8A-D52D-0BA9-92EB-FFEF9111C7BA}"/>
              </a:ext>
            </a:extLst>
          </p:cNvPr>
          <p:cNvSpPr/>
          <p:nvPr/>
        </p:nvSpPr>
        <p:spPr>
          <a:xfrm>
            <a:off x="16756761" y="13067614"/>
            <a:ext cx="6090895" cy="256420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u="sng" dirty="0">
                <a:solidFill>
                  <a:srgbClr val="7030A0"/>
                </a:solidFill>
              </a:rPr>
              <a:t>NOTES:</a:t>
            </a:r>
            <a:endParaRPr lang="en-US" sz="2800" b="1" u="sng" dirty="0">
              <a:solidFill>
                <a:srgbClr val="7030A0"/>
              </a:solidFill>
              <a:highlight>
                <a:srgbClr val="000000"/>
              </a:highlight>
            </a:endParaRPr>
          </a:p>
          <a:p>
            <a:endParaRPr lang="en-US" sz="2800" b="1" dirty="0">
              <a:solidFill>
                <a:srgbClr val="7030A0"/>
              </a:solidFill>
            </a:endParaRPr>
          </a:p>
          <a:p>
            <a:pPr marL="342900" indent="-342900"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Underlined attributes are Primary Keys</a:t>
            </a:r>
            <a:r>
              <a:rPr lang="en-IN" sz="2800" b="1" dirty="0">
                <a:solidFill>
                  <a:srgbClr val="7030A0"/>
                </a:solidFill>
              </a:rPr>
              <a:t> (PK)</a:t>
            </a:r>
          </a:p>
          <a:p>
            <a:pPr marL="342900" indent="-342900">
              <a:buAutoNum type="arabicPeriod"/>
            </a:pPr>
            <a:r>
              <a:rPr lang="en-IN" sz="2800" b="1" dirty="0">
                <a:solidFill>
                  <a:srgbClr val="7030A0"/>
                </a:solidFill>
              </a:rPr>
              <a:t> (FK) –Foreign Key</a:t>
            </a:r>
            <a:endParaRPr lang="en-US" sz="2800" b="1" dirty="0">
              <a:solidFill>
                <a:srgbClr val="7030A0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D5ADD749-761F-DCEA-21E9-8C3C1A4B05CE}"/>
              </a:ext>
            </a:extLst>
          </p:cNvPr>
          <p:cNvSpPr txBox="1"/>
          <p:nvPr/>
        </p:nvSpPr>
        <p:spPr>
          <a:xfrm>
            <a:off x="6927592" y="4531748"/>
            <a:ext cx="11751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</a:t>
            </a:r>
            <a:endParaRPr lang="en-IN" sz="32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CE243A0F-C772-1EAB-D432-8CD36E38A4B2}"/>
              </a:ext>
            </a:extLst>
          </p:cNvPr>
          <p:cNvSpPr txBox="1"/>
          <p:nvPr/>
        </p:nvSpPr>
        <p:spPr>
          <a:xfrm>
            <a:off x="9176064" y="4640551"/>
            <a:ext cx="595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</a:t>
            </a:r>
            <a:endParaRPr lang="en-IN" sz="2400" b="1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AAFD53F2-2F53-F492-6313-0E4FEBFA371D}"/>
              </a:ext>
            </a:extLst>
          </p:cNvPr>
          <p:cNvSpPr txBox="1"/>
          <p:nvPr/>
        </p:nvSpPr>
        <p:spPr>
          <a:xfrm>
            <a:off x="11210865" y="4680676"/>
            <a:ext cx="11751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</a:t>
            </a:r>
            <a:endParaRPr lang="en-IN" sz="18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B726CACD-4D3A-A712-7F27-29CDDDCBC060}"/>
              </a:ext>
            </a:extLst>
          </p:cNvPr>
          <p:cNvSpPr txBox="1"/>
          <p:nvPr/>
        </p:nvSpPr>
        <p:spPr>
          <a:xfrm>
            <a:off x="10477197" y="5547696"/>
            <a:ext cx="117557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/>
              <a:t>1</a:t>
            </a:r>
            <a:endParaRPr lang="en-IN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BA5A7471-80FD-F8C6-6912-DF5DF1318466}"/>
              </a:ext>
            </a:extLst>
          </p:cNvPr>
          <p:cNvSpPr txBox="1"/>
          <p:nvPr/>
        </p:nvSpPr>
        <p:spPr>
          <a:xfrm>
            <a:off x="13005212" y="4652048"/>
            <a:ext cx="117557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</a:t>
            </a:r>
            <a:endParaRPr lang="en-IN" sz="18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2FC9D28E-785E-BDC1-BB5C-C56F6E4BAC3A}"/>
              </a:ext>
            </a:extLst>
          </p:cNvPr>
          <p:cNvSpPr txBox="1"/>
          <p:nvPr/>
        </p:nvSpPr>
        <p:spPr>
          <a:xfrm>
            <a:off x="15070355" y="7745297"/>
            <a:ext cx="12382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</a:t>
            </a:r>
            <a:endParaRPr lang="en-IN" sz="1800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624CB02E-ECC1-94E5-3ACB-108B8AEB7055}"/>
              </a:ext>
            </a:extLst>
          </p:cNvPr>
          <p:cNvSpPr txBox="1"/>
          <p:nvPr/>
        </p:nvSpPr>
        <p:spPr>
          <a:xfrm>
            <a:off x="6079453" y="9225581"/>
            <a:ext cx="13728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1</a:t>
            </a:r>
            <a:endParaRPr lang="en-IN" sz="4000" b="1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3CF9C4C9-21D8-2B86-65BF-89EEF0802161}"/>
              </a:ext>
            </a:extLst>
          </p:cNvPr>
          <p:cNvSpPr txBox="1"/>
          <p:nvPr/>
        </p:nvSpPr>
        <p:spPr>
          <a:xfrm>
            <a:off x="8546832" y="9410026"/>
            <a:ext cx="13728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</a:t>
            </a:r>
            <a:endParaRPr lang="en-IN" dirty="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0A1EF030-344F-5F36-C22D-7188A6D22842}"/>
              </a:ext>
            </a:extLst>
          </p:cNvPr>
          <p:cNvSpPr txBox="1"/>
          <p:nvPr/>
        </p:nvSpPr>
        <p:spPr>
          <a:xfrm>
            <a:off x="10568412" y="8659324"/>
            <a:ext cx="13728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896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</TotalTime>
  <Words>96</Words>
  <Application>Microsoft Office PowerPoint</Application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ER Diagram E-COMMERCE ORDER MANAGEMENT DATABASE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M.Joy shinola</dc:creator>
  <cp:lastModifiedBy>M.Joy shinola</cp:lastModifiedBy>
  <cp:revision>1</cp:revision>
  <dcterms:created xsi:type="dcterms:W3CDTF">2026-07-19T13:21:18Z</dcterms:created>
  <dcterms:modified xsi:type="dcterms:W3CDTF">2026-07-19T16:19:06Z</dcterms:modified>
</cp:coreProperties>
</file>